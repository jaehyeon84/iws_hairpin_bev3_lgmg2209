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02" r:id="rId2"/>
    <p:sldId id="310" r:id="rId3"/>
    <p:sldId id="270" r:id="rId4"/>
    <p:sldId id="328" r:id="rId5"/>
    <p:sldId id="354" r:id="rId6"/>
    <p:sldId id="355" r:id="rId7"/>
    <p:sldId id="356" r:id="rId8"/>
    <p:sldId id="358" r:id="rId9"/>
    <p:sldId id="359" r:id="rId10"/>
    <p:sldId id="360" r:id="rId11"/>
    <p:sldId id="361" r:id="rId12"/>
    <p:sldId id="309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60000"/>
    <a:srgbClr val="CC0000"/>
    <a:srgbClr val="FF2621"/>
    <a:srgbClr val="605F5F"/>
    <a:srgbClr val="999999"/>
    <a:srgbClr val="9F9F9F"/>
    <a:srgbClr val="B3B1B2"/>
    <a:srgbClr val="BEBCBD"/>
    <a:srgbClr val="DBBB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05" autoAdjust="0"/>
    <p:restoredTop sz="92000" autoAdjust="0"/>
  </p:normalViewPr>
  <p:slideViewPr>
    <p:cSldViewPr snapToGrid="0">
      <p:cViewPr varScale="1">
        <p:scale>
          <a:sx n="59" d="100"/>
          <a:sy n="59" d="100"/>
        </p:scale>
        <p:origin x="12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DB0A33-9B35-478B-B925-653420027C7E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384E5-D9D9-4855-BFBE-E8F30A5353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304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E384E5-D9D9-4855-BFBE-E8F30A53535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9907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4F1DBD-692B-462B-B598-2A6CBC726E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4" y="514769"/>
            <a:ext cx="8714874" cy="562057"/>
          </a:xfrm>
        </p:spPr>
        <p:txBody>
          <a:bodyPr anchor="b">
            <a:normAutofit/>
          </a:bodyPr>
          <a:lstStyle>
            <a:lvl1pPr algn="l"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FAB1CA-EF17-4C61-B5E5-244BF526B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6299" y="347913"/>
            <a:ext cx="9144000" cy="232026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36834B-B30B-4084-A43C-CF55AD21F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A4C749-7642-45AF-B37C-78253B5F8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C9A0E6-B972-4B1B-93EE-C81B31213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7079" y="6364204"/>
            <a:ext cx="495299" cy="365125"/>
          </a:xfrm>
        </p:spPr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022FD2C-01DE-42B3-9688-37DC7D16DF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3552" y="6375400"/>
            <a:ext cx="870906" cy="31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127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530E27-43D0-4F40-99BB-73CBEBADA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D91BC0-45E3-47DF-80E5-2FEC6F7F7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B8B56F-1184-4C5A-8B01-299AA65A7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C3A633-E43F-4B6F-91AB-DD6F9A8F7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EFA60D-FB23-4A95-AA54-8B547C26E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791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229E0D-8AC4-4C85-8177-34E173F05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9C76ED-7009-4A12-8DA5-3BBC1CD92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9F7C31-B80F-4EA8-AAD6-16636F05B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F4E397-8E6D-490D-A7E0-9D32A5B9D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E92B07-ADE2-4E26-8645-D8DDA1160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0724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2EAF6A-A7B1-4A18-B7D2-024F91A57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90DA0D-D8AE-434F-8399-EB45E58B68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E33109-578E-471A-8A8E-F81AD2651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03F350-2FA2-43F5-9C28-D6F700C59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7A1089-50D8-4F35-A641-043F9617E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AE553E-83B8-49ED-84F5-623AA195C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681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62F7E0-ED16-4ADC-AD39-9E28E6017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A260D5-774E-4FDD-8C87-2EE86E8CC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DD79DEB-E3DC-49A4-887C-0B01FFD85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5FD8359-B53E-4D69-9A21-B278D0C1F0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A1047C9-375F-467F-976F-34CB8DCFC9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7F1B81B-A36E-472D-AFC2-47A7D8420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7F288A5-A0BE-43D0-B3DB-BA1A42DF0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794A240-A595-4699-8345-3B1A6C86D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1656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71648C-6A42-4626-AAB9-DD0B95ECC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35E9728-D49A-4066-BC5C-881F99C91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0088CB-9B38-4D7D-B4CA-6CD99DA49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A1EA38A-3926-4486-B293-51063ECA3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2488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1A6B8E-94E3-4329-AD16-2E8D6B494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A5182D1-42FA-47F2-924E-4B11FED10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75D54D-C081-48AF-9CEA-A6CF2BA6A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39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F8E886-7EDD-462B-B3BB-D1CBD7B48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A24F62-7B7A-46AB-9B60-08AF6470B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2137DDA-F6CB-42D0-BECA-7DC704DE8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E9993F-7AD7-45FE-83E4-B961F19CB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F2B997-9F5B-4BE4-A47E-D64E0C77E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F68068-429E-411E-B06B-D193F96A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2243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E2462F-A83C-4A49-BFBD-59C5E2BD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2F199D6-E9C3-49C4-81C9-DDFC8262A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2C50BB-E4FC-45B5-BF4F-4CB32CBCD5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B02DD6-2C23-4309-A6B4-A600B7325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A7EAF2-DACB-4AA8-97B8-67CB3F633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87FCFE-D50E-42A0-88B6-891E95F01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15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DEAA8-2369-4D71-B5C2-81180DB5C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1EE823-E54C-41A8-892C-546A93089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E7556D-EFA7-4564-A73F-76F695398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04CDCE-1E33-4D97-8DDF-423B2990F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45C2FC-63A6-412A-ADD2-E6C05F0C9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277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0DBB610-D887-4C0A-95DF-37E0D9B9F1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788FA28-FFB5-4445-9EEF-BFCF14A70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82D33D-BD38-4859-A2CD-B074CFF5A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721167-3B9F-407D-A847-AC3DE18B8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A64035-58F3-43CF-AF4D-512BB6037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5733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1DF7D47-602D-435D-B674-AEA7710EA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6A80D7-4E9F-46DB-855E-B5D8D2ACA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E01F84-4470-4D23-8D7E-6CCB5A859F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2A4A8-4F99-4A00-8DA5-0822F9B3A98A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1D43CD-4D2F-4BC4-A4D9-D0EE88203A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E95B84-B555-455E-B239-88AD61AB83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3A77B-F515-4F34-B9A7-D4AF275D5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34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fft6804@hubis.co.kr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8">
            <a:extLst>
              <a:ext uri="{FF2B5EF4-FFF2-40B4-BE49-F238E27FC236}">
                <a16:creationId xmlns:a16="http://schemas.microsoft.com/office/drawing/2014/main" id="{F6B6FAAD-5CD2-4CA7-A74D-68F173A94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24" y="3159995"/>
            <a:ext cx="393569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GMES </a:t>
            </a:r>
            <a:r>
              <a:rPr lang="ko-KR" altLang="en-US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설치 매뉴얼</a:t>
            </a:r>
            <a:endParaRPr lang="en-US" altLang="ko-KR" sz="3600" dirty="0">
              <a:solidFill>
                <a:schemeClr val="tx1">
                  <a:lumMod val="50000"/>
                  <a:lumOff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eaLnBrk="1" hangingPunct="1"/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윈도우 설정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6844E09-C4BE-4067-B5E4-736F3F66A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9294" y="6000750"/>
            <a:ext cx="1355531" cy="49458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57247C8D-D267-4CF1-AF93-6A48587BC7B9}"/>
              </a:ext>
            </a:extLst>
          </p:cNvPr>
          <p:cNvSpPr/>
          <p:nvPr/>
        </p:nvSpPr>
        <p:spPr>
          <a:xfrm>
            <a:off x="321022" y="5677321"/>
            <a:ext cx="45719" cy="81801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4" y="101476"/>
            <a:ext cx="11974178" cy="29408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DCD42E-8102-9A5B-23C2-1C294D28DFBC}"/>
              </a:ext>
            </a:extLst>
          </p:cNvPr>
          <p:cNvSpPr txBox="1"/>
          <p:nvPr/>
        </p:nvSpPr>
        <p:spPr>
          <a:xfrm>
            <a:off x="366741" y="5446985"/>
            <a:ext cx="15263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이승준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en-US" altLang="ko-KR" sz="1200" b="1" dirty="0">
                <a:latin typeface="맑은 고딕" panose="020B0503020000020004" pitchFamily="50" charset="-127"/>
              </a:rPr>
              <a:t>SW</a:t>
            </a:r>
            <a:r>
              <a:rPr lang="ko-KR" altLang="en-US" sz="1200" b="1" dirty="0">
                <a:latin typeface="맑은 고딕" panose="020B0503020000020004" pitchFamily="50" charset="-127"/>
              </a:rPr>
              <a:t>기술팀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200" b="1" dirty="0">
                <a:latin typeface="맑은 고딕" panose="020B0503020000020004" pitchFamily="50" charset="-127"/>
              </a:rPr>
              <a:t>sjyi@hubis.co.kr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2023.02.11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9082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8753"/>
            <a:ext cx="12192000" cy="20941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6290" y="725970"/>
            <a:ext cx="17557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INDEX</a:t>
            </a:r>
            <a:endParaRPr lang="ko-KR" altLang="en-US" sz="4000" dirty="0"/>
          </a:p>
        </p:txBody>
      </p:sp>
      <p:sp>
        <p:nvSpPr>
          <p:cNvPr id="11" name="Textfeld 6">
            <a:extLst>
              <a:ext uri="{FF2B5EF4-FFF2-40B4-BE49-F238E27FC236}">
                <a16:creationId xmlns:a16="http://schemas.microsoft.com/office/drawing/2014/main" id="{CCBD8AD4-9FE7-43C0-8328-B7F58E707C11}"/>
              </a:ext>
            </a:extLst>
          </p:cNvPr>
          <p:cNvSpPr txBox="1"/>
          <p:nvPr/>
        </p:nvSpPr>
        <p:spPr>
          <a:xfrm>
            <a:off x="2110202" y="2441887"/>
            <a:ext cx="8427700" cy="1474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pPr marL="742950" indent="-7429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시작프로그램 등록</a:t>
            </a:r>
            <a:endParaRPr lang="en-US" altLang="ko-KR" sz="3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Arial" panose="020B0604020202020204" pitchFamily="34" charset="0"/>
            </a:endParaRP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보안설정</a:t>
            </a:r>
            <a:endParaRPr lang="en-US" altLang="ko-KR" sz="3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11112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CEBBF3D-F8E4-4E56-AB78-E8427C2F4B6F}"/>
              </a:ext>
            </a:extLst>
          </p:cNvPr>
          <p:cNvSpPr/>
          <p:nvPr/>
        </p:nvSpPr>
        <p:spPr>
          <a:xfrm>
            <a:off x="0" y="3879395"/>
            <a:ext cx="10734675" cy="133077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feld 6">
            <a:extLst>
              <a:ext uri="{FF2B5EF4-FFF2-40B4-BE49-F238E27FC236}">
                <a16:creationId xmlns:a16="http://schemas.microsoft.com/office/drawing/2014/main" id="{1B8C4328-CDA4-444F-8733-13141F4F244A}"/>
              </a:ext>
            </a:extLst>
          </p:cNvPr>
          <p:cNvSpPr txBox="1"/>
          <p:nvPr/>
        </p:nvSpPr>
        <p:spPr>
          <a:xfrm>
            <a:off x="504825" y="2776764"/>
            <a:ext cx="14388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pPr algn="r"/>
            <a:r>
              <a:rPr lang="de-DE" sz="86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6" name="Textfeld 6">
            <a:extLst>
              <a:ext uri="{FF2B5EF4-FFF2-40B4-BE49-F238E27FC236}">
                <a16:creationId xmlns:a16="http://schemas.microsoft.com/office/drawing/2014/main" id="{AFBE382C-DF31-481D-9390-4C9B8C903ED3}"/>
              </a:ext>
            </a:extLst>
          </p:cNvPr>
          <p:cNvSpPr txBox="1"/>
          <p:nvPr/>
        </p:nvSpPr>
        <p:spPr>
          <a:xfrm>
            <a:off x="228599" y="3879395"/>
            <a:ext cx="111537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de-DE" sz="4000" b="1" dirty="0">
                <a:solidFill>
                  <a:schemeClr val="bg1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GMES </a:t>
            </a:r>
            <a:r>
              <a:rPr lang="ko-KR" altLang="en-US" sz="4000" b="1" dirty="0">
                <a:solidFill>
                  <a:schemeClr val="bg1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윈도우 설정</a:t>
            </a:r>
            <a:r>
              <a:rPr lang="en-US" altLang="ko-KR" sz="4000" b="1" dirty="0">
                <a:solidFill>
                  <a:schemeClr val="bg1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 </a:t>
            </a:r>
            <a:r>
              <a:rPr lang="de-DE" sz="4000" b="1" dirty="0">
                <a:solidFill>
                  <a:schemeClr val="bg1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– </a:t>
            </a:r>
            <a:r>
              <a:rPr lang="ko-KR" altLang="en-US" sz="4000" b="1" dirty="0">
                <a:solidFill>
                  <a:schemeClr val="bg1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시작프로그램 등록</a:t>
            </a:r>
            <a:endParaRPr lang="de-DE" sz="4000" b="1" dirty="0">
              <a:solidFill>
                <a:schemeClr val="bg1"/>
              </a:solidFill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09362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시작프로그램 설정 </a:t>
            </a:r>
            <a:r>
              <a:rPr lang="en-US" altLang="ko-KR" dirty="0"/>
              <a:t>– 1/2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ko-KR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시작프로그램 설정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4C2C77-6BCC-4696-9705-ACF25EAE8432}"/>
              </a:ext>
            </a:extLst>
          </p:cNvPr>
          <p:cNvSpPr txBox="1"/>
          <p:nvPr/>
        </p:nvSpPr>
        <p:spPr>
          <a:xfrm>
            <a:off x="988540" y="1716612"/>
            <a:ext cx="85395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GMES </a:t>
            </a:r>
            <a:r>
              <a:rPr lang="ko-KR" altLang="en-US" sz="1400" dirty="0"/>
              <a:t>프로그램은 윈도우 시작 시</a:t>
            </a:r>
            <a:r>
              <a:rPr lang="en-US" altLang="ko-KR" sz="1400" dirty="0"/>
              <a:t>, </a:t>
            </a:r>
            <a:r>
              <a:rPr lang="ko-KR" altLang="en-US" sz="1400" dirty="0"/>
              <a:t>바로 실행되어야 하므로</a:t>
            </a:r>
            <a:r>
              <a:rPr lang="en-US" altLang="ko-KR" sz="1400" dirty="0"/>
              <a:t>, </a:t>
            </a:r>
            <a:r>
              <a:rPr lang="ko-KR" altLang="en-US" sz="1400" dirty="0"/>
              <a:t>시작프로그램에 넣어 바로 시작하도록 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C8262C-BE57-43C2-A23E-DF4599868A5C}"/>
              </a:ext>
            </a:extLst>
          </p:cNvPr>
          <p:cNvSpPr txBox="1"/>
          <p:nvPr/>
        </p:nvSpPr>
        <p:spPr>
          <a:xfrm>
            <a:off x="988540" y="2151948"/>
            <a:ext cx="668804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>
                <a:solidFill>
                  <a:srgbClr val="0000FF"/>
                </a:solidFill>
              </a:rPr>
              <a:t>시작프로그램 등록 순서</a:t>
            </a:r>
            <a:endParaRPr lang="en-US" altLang="ko-KR" sz="1600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sz="1600" dirty="0"/>
              <a:t>바탕화면에 바로가기 등록</a:t>
            </a:r>
            <a:br>
              <a:rPr lang="en-US" altLang="ko-KR" sz="1600" dirty="0"/>
            </a:br>
            <a:r>
              <a:rPr lang="ko-KR" altLang="en-US" sz="1600" dirty="0"/>
              <a:t>설치된 </a:t>
            </a:r>
            <a:r>
              <a:rPr lang="en-US" altLang="ko-KR" sz="1600" dirty="0"/>
              <a:t>GMES </a:t>
            </a:r>
            <a:r>
              <a:rPr lang="ko-KR" altLang="en-US" sz="1600" dirty="0"/>
              <a:t>프로그램의 바로가기 아이콘을 바탕화면에 등록한다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endParaRPr lang="ko-KR" altLang="en-US" sz="1600" dirty="0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9A1EF4D4-1AE6-453B-9768-CF3BDE92C5A9}"/>
              </a:ext>
            </a:extLst>
          </p:cNvPr>
          <p:cNvSpPr/>
          <p:nvPr/>
        </p:nvSpPr>
        <p:spPr>
          <a:xfrm>
            <a:off x="5378980" y="4116585"/>
            <a:ext cx="476251" cy="4609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17D754-9465-4511-B496-090FBFCA5103}"/>
              </a:ext>
            </a:extLst>
          </p:cNvPr>
          <p:cNvSpPr txBox="1"/>
          <p:nvPr/>
        </p:nvSpPr>
        <p:spPr>
          <a:xfrm>
            <a:off x="1382204" y="6279254"/>
            <a:ext cx="3744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실행파일을 선택</a:t>
            </a:r>
            <a:r>
              <a:rPr lang="en-US" altLang="ko-KR" sz="1200" dirty="0"/>
              <a:t>, </a:t>
            </a:r>
            <a:r>
              <a:rPr lang="ko-KR" altLang="en-US" sz="1200" dirty="0"/>
              <a:t>마우스 오른쪽 버튼을 누르고</a:t>
            </a:r>
            <a:r>
              <a:rPr lang="en-US" altLang="ko-KR" sz="1200" dirty="0"/>
              <a:t>, </a:t>
            </a:r>
          </a:p>
          <a:p>
            <a:r>
              <a:rPr lang="en-US" altLang="ko-KR" sz="1200" b="1" dirty="0">
                <a:solidFill>
                  <a:srgbClr val="0000FF"/>
                </a:solidFill>
              </a:rPr>
              <a:t>“</a:t>
            </a:r>
            <a:r>
              <a:rPr lang="ko-KR" altLang="en-US" sz="1200" b="1" dirty="0">
                <a:solidFill>
                  <a:srgbClr val="0000FF"/>
                </a:solidFill>
              </a:rPr>
              <a:t>보내기</a:t>
            </a:r>
            <a:r>
              <a:rPr lang="en-US" altLang="ko-KR" sz="1200" b="1" dirty="0">
                <a:solidFill>
                  <a:srgbClr val="0000FF"/>
                </a:solidFill>
              </a:rPr>
              <a:t>” -&gt; “</a:t>
            </a:r>
            <a:r>
              <a:rPr lang="ko-KR" altLang="en-US" sz="1200" b="1" dirty="0">
                <a:solidFill>
                  <a:srgbClr val="0000FF"/>
                </a:solidFill>
              </a:rPr>
              <a:t>바탕화면에 바로 가기 만들기</a:t>
            </a:r>
            <a:r>
              <a:rPr lang="en-US" altLang="ko-KR" sz="1200" b="1" dirty="0">
                <a:solidFill>
                  <a:srgbClr val="0000FF"/>
                </a:solidFill>
              </a:rPr>
              <a:t>”</a:t>
            </a:r>
            <a:r>
              <a:rPr lang="ko-KR" altLang="en-US" sz="1200" dirty="0"/>
              <a:t>를 선택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0325BE-B944-424D-A714-92FC067DCC63}"/>
              </a:ext>
            </a:extLst>
          </p:cNvPr>
          <p:cNvSpPr txBox="1"/>
          <p:nvPr/>
        </p:nvSpPr>
        <p:spPr>
          <a:xfrm>
            <a:off x="6481989" y="6233087"/>
            <a:ext cx="32608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바탕화면에 바로가기 아이콘 생성 여부 확인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2C03E1B-919A-4AEE-BBDB-0BEFAB1D0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562" y="3085774"/>
            <a:ext cx="3958447" cy="3029276"/>
          </a:xfrm>
          <a:prstGeom prst="rect">
            <a:avLst/>
          </a:prstGeom>
          <a:ln>
            <a:solidFill>
              <a:srgbClr val="0000FF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A88B782-10D1-41AF-ABEA-9CB5F2B49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615" y="3494307"/>
            <a:ext cx="2350932" cy="202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323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시작프로그램 설정 </a:t>
            </a:r>
            <a:r>
              <a:rPr lang="en-US" altLang="ko-KR" dirty="0"/>
              <a:t>– 2/2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ko-KR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시작프로그램 설정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4C2C77-6BCC-4696-9705-ACF25EAE8432}"/>
              </a:ext>
            </a:extLst>
          </p:cNvPr>
          <p:cNvSpPr txBox="1"/>
          <p:nvPr/>
        </p:nvSpPr>
        <p:spPr>
          <a:xfrm>
            <a:off x="988540" y="1716612"/>
            <a:ext cx="85395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GMES </a:t>
            </a:r>
            <a:r>
              <a:rPr lang="ko-KR" altLang="en-US" sz="1400" dirty="0"/>
              <a:t>프로그램은 윈도우 시작 시</a:t>
            </a:r>
            <a:r>
              <a:rPr lang="en-US" altLang="ko-KR" sz="1400" dirty="0"/>
              <a:t>, </a:t>
            </a:r>
            <a:r>
              <a:rPr lang="ko-KR" altLang="en-US" sz="1400" dirty="0"/>
              <a:t>바로 실행되어야 하므로</a:t>
            </a:r>
            <a:r>
              <a:rPr lang="en-US" altLang="ko-KR" sz="1400" dirty="0"/>
              <a:t>, </a:t>
            </a:r>
            <a:r>
              <a:rPr lang="ko-KR" altLang="en-US" sz="1400" dirty="0"/>
              <a:t>시작프로그램에 넣어 바로 시작하도록 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C8262C-BE57-43C2-A23E-DF4599868A5C}"/>
              </a:ext>
            </a:extLst>
          </p:cNvPr>
          <p:cNvSpPr txBox="1"/>
          <p:nvPr/>
        </p:nvSpPr>
        <p:spPr>
          <a:xfrm>
            <a:off x="988540" y="2213499"/>
            <a:ext cx="423545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>
                <a:solidFill>
                  <a:srgbClr val="0000FF"/>
                </a:solidFill>
              </a:rPr>
              <a:t>시작프로그램 등록 순서</a:t>
            </a:r>
            <a:endParaRPr lang="en-US" altLang="ko-KR" sz="1600" dirty="0"/>
          </a:p>
          <a:p>
            <a:r>
              <a:rPr lang="ko-KR" altLang="en-US" sz="1600" dirty="0"/>
              <a:t>②  </a:t>
            </a:r>
            <a:r>
              <a:rPr lang="en-US" altLang="ko-KR" sz="1600" dirty="0"/>
              <a:t>“</a:t>
            </a:r>
            <a:r>
              <a:rPr lang="ko-KR" altLang="en-US" sz="1600" dirty="0"/>
              <a:t>바로가기</a:t>
            </a:r>
            <a:r>
              <a:rPr lang="en-US" altLang="ko-KR" sz="1600" dirty="0"/>
              <a:t>” </a:t>
            </a:r>
            <a:r>
              <a:rPr lang="ko-KR" altLang="en-US" sz="1600" dirty="0"/>
              <a:t>를 시작프로그램에 등록한다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     </a:t>
            </a:r>
            <a:endParaRPr lang="ko-KR" altLang="en-US" sz="16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BC273CD-70F5-4BB0-A832-532E2BB43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520" y="3264383"/>
            <a:ext cx="2371757" cy="1224516"/>
          </a:xfrm>
          <a:prstGeom prst="rect">
            <a:avLst/>
          </a:prstGeom>
          <a:ln>
            <a:solidFill>
              <a:srgbClr val="0000FF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DAF6872-215B-43AB-BFC5-0AD8F8C04545}"/>
              </a:ext>
            </a:extLst>
          </p:cNvPr>
          <p:cNvSpPr txBox="1"/>
          <p:nvPr/>
        </p:nvSpPr>
        <p:spPr>
          <a:xfrm>
            <a:off x="827795" y="4887701"/>
            <a:ext cx="3592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“Windows” + “R” </a:t>
            </a:r>
            <a:r>
              <a:rPr lang="ko-KR" altLang="en-US" sz="1200" dirty="0"/>
              <a:t>키를 눌러 </a:t>
            </a:r>
            <a:r>
              <a:rPr lang="en-US" altLang="ko-KR" sz="1200" dirty="0"/>
              <a:t>“</a:t>
            </a:r>
            <a:r>
              <a:rPr lang="ko-KR" altLang="en-US" sz="1200" dirty="0"/>
              <a:t>실행</a:t>
            </a:r>
            <a:r>
              <a:rPr lang="en-US" altLang="ko-KR" sz="1200" dirty="0"/>
              <a:t>” </a:t>
            </a:r>
            <a:r>
              <a:rPr lang="ko-KR" altLang="en-US" sz="1200" dirty="0"/>
              <a:t>창을 띄운 후</a:t>
            </a:r>
            <a:r>
              <a:rPr lang="en-US" altLang="ko-KR" sz="1200" dirty="0"/>
              <a:t>, </a:t>
            </a:r>
          </a:p>
          <a:p>
            <a:r>
              <a:rPr lang="en-US" altLang="ko-KR" sz="1200" b="1" dirty="0">
                <a:solidFill>
                  <a:srgbClr val="0000FF"/>
                </a:solidFill>
              </a:rPr>
              <a:t>“</a:t>
            </a:r>
            <a:r>
              <a:rPr lang="en-US" altLang="ko-KR" sz="1200" b="1" dirty="0" err="1">
                <a:solidFill>
                  <a:srgbClr val="0000FF"/>
                </a:solidFill>
              </a:rPr>
              <a:t>shell:startup</a:t>
            </a:r>
            <a:r>
              <a:rPr lang="en-US" altLang="ko-KR" sz="1200" b="1" dirty="0">
                <a:solidFill>
                  <a:srgbClr val="0000FF"/>
                </a:solidFill>
              </a:rPr>
              <a:t>”</a:t>
            </a:r>
            <a:r>
              <a:rPr lang="ko-KR" altLang="en-US" sz="1200" dirty="0"/>
              <a:t>을 입력하고</a:t>
            </a:r>
            <a:r>
              <a:rPr lang="en-US" altLang="ko-KR" sz="1200" dirty="0"/>
              <a:t>, “</a:t>
            </a:r>
            <a:r>
              <a:rPr lang="ko-KR" altLang="en-US" sz="1200" dirty="0"/>
              <a:t>확인</a:t>
            </a:r>
            <a:r>
              <a:rPr lang="en-US" altLang="ko-KR" sz="1200" dirty="0"/>
              <a:t>”</a:t>
            </a:r>
            <a:r>
              <a:rPr lang="ko-KR" altLang="en-US" sz="1200" dirty="0"/>
              <a:t>을 눌러</a:t>
            </a:r>
            <a:endParaRPr lang="en-US" altLang="ko-KR" sz="1200" dirty="0"/>
          </a:p>
          <a:p>
            <a:r>
              <a:rPr lang="en-US" altLang="ko-KR" sz="1200" dirty="0"/>
              <a:t>“</a:t>
            </a:r>
            <a:r>
              <a:rPr lang="ko-KR" altLang="en-US" sz="1200" dirty="0"/>
              <a:t>시작프로그램</a:t>
            </a:r>
            <a:r>
              <a:rPr lang="en-US" altLang="ko-KR" sz="1200" dirty="0"/>
              <a:t>”</a:t>
            </a:r>
            <a:r>
              <a:rPr lang="ko-KR" altLang="en-US" sz="1200" dirty="0"/>
              <a:t> 창을 띄운다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2A5AF7-1DD9-498D-9676-A90E40E01EEE}"/>
              </a:ext>
            </a:extLst>
          </p:cNvPr>
          <p:cNvSpPr txBox="1"/>
          <p:nvPr/>
        </p:nvSpPr>
        <p:spPr>
          <a:xfrm>
            <a:off x="6329611" y="5881566"/>
            <a:ext cx="32851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바탕화면의 </a:t>
            </a:r>
            <a:r>
              <a:rPr lang="en-US" altLang="ko-KR" sz="1200" dirty="0"/>
              <a:t>“MIS.exe – </a:t>
            </a:r>
            <a:r>
              <a:rPr lang="ko-KR" altLang="en-US" sz="1200" dirty="0"/>
              <a:t>바로가기</a:t>
            </a:r>
            <a:r>
              <a:rPr lang="en-US" altLang="ko-KR" sz="1200" dirty="0"/>
              <a:t>”</a:t>
            </a:r>
            <a:r>
              <a:rPr lang="ko-KR" altLang="en-US" sz="1200" dirty="0"/>
              <a:t>를 복사하여</a:t>
            </a:r>
            <a:endParaRPr lang="en-US" altLang="ko-KR" sz="1200" dirty="0"/>
          </a:p>
          <a:p>
            <a:r>
              <a:rPr lang="ko-KR" altLang="en-US" sz="1200" dirty="0"/>
              <a:t> </a:t>
            </a:r>
            <a:r>
              <a:rPr lang="en-US" altLang="ko-KR" sz="1200" dirty="0"/>
              <a:t>“</a:t>
            </a:r>
            <a:r>
              <a:rPr lang="ko-KR" altLang="en-US" sz="1200" dirty="0"/>
              <a:t>시작프로그램</a:t>
            </a:r>
            <a:r>
              <a:rPr lang="en-US" altLang="ko-KR" sz="1200" dirty="0"/>
              <a:t>”</a:t>
            </a:r>
            <a:r>
              <a:rPr lang="ko-KR" altLang="en-US" sz="1200" dirty="0"/>
              <a:t> 창에 붙여 넣는다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D81255A7-E797-4163-BDAB-65D01722AF24}"/>
              </a:ext>
            </a:extLst>
          </p:cNvPr>
          <p:cNvSpPr/>
          <p:nvPr/>
        </p:nvSpPr>
        <p:spPr>
          <a:xfrm>
            <a:off x="4613169" y="3751003"/>
            <a:ext cx="476251" cy="4609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E238672-013B-40A8-9982-D381FF6E1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187" y="3010849"/>
            <a:ext cx="4941233" cy="2523183"/>
          </a:xfrm>
          <a:prstGeom prst="rect">
            <a:avLst/>
          </a:prstGeom>
          <a:ln>
            <a:solidFill>
              <a:srgbClr val="0000FF"/>
            </a:solidFill>
          </a:ln>
        </p:spPr>
      </p:pic>
    </p:spTree>
    <p:extLst>
      <p:ext uri="{BB962C8B-B14F-4D97-AF65-F5344CB8AC3E}">
        <p14:creationId xmlns:p14="http://schemas.microsoft.com/office/powerpoint/2010/main" val="4011669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CEBBF3D-F8E4-4E56-AB78-E8427C2F4B6F}"/>
              </a:ext>
            </a:extLst>
          </p:cNvPr>
          <p:cNvSpPr/>
          <p:nvPr/>
        </p:nvSpPr>
        <p:spPr>
          <a:xfrm>
            <a:off x="0" y="3879395"/>
            <a:ext cx="10734675" cy="133077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feld 6">
            <a:extLst>
              <a:ext uri="{FF2B5EF4-FFF2-40B4-BE49-F238E27FC236}">
                <a16:creationId xmlns:a16="http://schemas.microsoft.com/office/drawing/2014/main" id="{1B8C4328-CDA4-444F-8733-13141F4F244A}"/>
              </a:ext>
            </a:extLst>
          </p:cNvPr>
          <p:cNvSpPr txBox="1"/>
          <p:nvPr/>
        </p:nvSpPr>
        <p:spPr>
          <a:xfrm>
            <a:off x="504825" y="2776764"/>
            <a:ext cx="14388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pPr algn="r"/>
            <a:r>
              <a:rPr lang="de-DE" sz="86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6" name="Textfeld 6">
            <a:extLst>
              <a:ext uri="{FF2B5EF4-FFF2-40B4-BE49-F238E27FC236}">
                <a16:creationId xmlns:a16="http://schemas.microsoft.com/office/drawing/2014/main" id="{AFBE382C-DF31-481D-9390-4C9B8C903ED3}"/>
              </a:ext>
            </a:extLst>
          </p:cNvPr>
          <p:cNvSpPr txBox="1"/>
          <p:nvPr/>
        </p:nvSpPr>
        <p:spPr>
          <a:xfrm>
            <a:off x="228599" y="3879395"/>
            <a:ext cx="111537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 LT 57 Cn" panose="00000400000000000000" pitchFamily="2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de-DE" sz="4000" b="1" dirty="0">
                <a:solidFill>
                  <a:schemeClr val="bg1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GMES </a:t>
            </a:r>
            <a:r>
              <a:rPr lang="ko-KR" altLang="en-US" sz="4000" b="1" dirty="0">
                <a:solidFill>
                  <a:schemeClr val="bg1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윈도우 설정</a:t>
            </a:r>
            <a:r>
              <a:rPr lang="en-US" altLang="ko-KR" sz="4000" b="1" dirty="0">
                <a:solidFill>
                  <a:schemeClr val="bg1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 </a:t>
            </a:r>
            <a:r>
              <a:rPr lang="de-DE" sz="4000" b="1" dirty="0">
                <a:solidFill>
                  <a:schemeClr val="bg1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– </a:t>
            </a:r>
            <a:r>
              <a:rPr lang="ko-KR" altLang="en-US" sz="4000" b="1" dirty="0">
                <a:solidFill>
                  <a:schemeClr val="bg1"/>
                </a:solidFill>
                <a:latin typeface="Adobe Heiti Std R" panose="020B0400000000000000" pitchFamily="34" charset="-128"/>
                <a:ea typeface="Adobe Heiti Std R" panose="020B0400000000000000" pitchFamily="34" charset="-128"/>
              </a:rPr>
              <a:t>보안설정</a:t>
            </a:r>
            <a:endParaRPr lang="de-DE" sz="4000" b="1" dirty="0">
              <a:solidFill>
                <a:schemeClr val="bg1"/>
              </a:solidFill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99207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보안 설정 </a:t>
            </a:r>
            <a:r>
              <a:rPr lang="en-US" altLang="ko-KR" dirty="0"/>
              <a:t>– 1/5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9" y="1309355"/>
            <a:ext cx="3358932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ko-KR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보안 설정 </a:t>
            </a: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– </a:t>
            </a:r>
            <a:r>
              <a:rPr lang="ko-KR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관리자 권한 실행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4C2C77-6BCC-4696-9705-ACF25EAE8432}"/>
              </a:ext>
            </a:extLst>
          </p:cNvPr>
          <p:cNvSpPr txBox="1"/>
          <p:nvPr/>
        </p:nvSpPr>
        <p:spPr>
          <a:xfrm>
            <a:off x="988540" y="1716612"/>
            <a:ext cx="87382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GMES </a:t>
            </a:r>
            <a:r>
              <a:rPr lang="ko-KR" altLang="en-US" sz="1400" dirty="0"/>
              <a:t>프로그램은 </a:t>
            </a:r>
            <a:r>
              <a:rPr lang="en-US" altLang="ko-KR" sz="1400" dirty="0"/>
              <a:t>Host </a:t>
            </a:r>
            <a:r>
              <a:rPr lang="ko-KR" altLang="en-US" sz="1400" dirty="0"/>
              <a:t>요청에 의해</a:t>
            </a:r>
            <a:r>
              <a:rPr lang="en-US" altLang="ko-KR" sz="1400" dirty="0"/>
              <a:t>, </a:t>
            </a:r>
            <a:r>
              <a:rPr lang="ko-KR" altLang="en-US" sz="1400" dirty="0"/>
              <a:t>윈도우 시간 변경이 되어야 하므로</a:t>
            </a:r>
            <a:r>
              <a:rPr lang="en-US" altLang="ko-KR" sz="1400" dirty="0"/>
              <a:t>, </a:t>
            </a:r>
            <a:r>
              <a:rPr lang="ko-KR" altLang="en-US" sz="1400" dirty="0"/>
              <a:t>관리자 권한으로 실행되어야 한다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그러므로</a:t>
            </a:r>
            <a:r>
              <a:rPr lang="en-US" altLang="ko-KR" sz="1400" dirty="0"/>
              <a:t>, GMES </a:t>
            </a:r>
            <a:r>
              <a:rPr lang="ko-KR" altLang="en-US" sz="1400" dirty="0"/>
              <a:t>프로그램은 관리자 권한으로 실행되도록 설정을 바꿔야 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C8262C-BE57-43C2-A23E-DF4599868A5C}"/>
              </a:ext>
            </a:extLst>
          </p:cNvPr>
          <p:cNvSpPr txBox="1"/>
          <p:nvPr/>
        </p:nvSpPr>
        <p:spPr>
          <a:xfrm>
            <a:off x="988540" y="2213499"/>
            <a:ext cx="642515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>
                <a:solidFill>
                  <a:srgbClr val="0000FF"/>
                </a:solidFill>
              </a:rPr>
              <a:t>관리자 권한으로 실행 되도록 설정</a:t>
            </a:r>
            <a:endParaRPr lang="en-US" altLang="ko-KR" sz="1600" dirty="0"/>
          </a:p>
          <a:p>
            <a:r>
              <a:rPr lang="ko-KR" altLang="en-US" sz="1600" dirty="0"/>
              <a:t>   설치된 </a:t>
            </a:r>
            <a:r>
              <a:rPr lang="en-US" altLang="ko-KR" sz="1600" dirty="0"/>
              <a:t>GMES </a:t>
            </a:r>
            <a:r>
              <a:rPr lang="ko-KR" altLang="en-US" sz="1600" dirty="0"/>
              <a:t>프로그램을 관리자 권한으로 실행되도록 설정 변경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9A1EF4D4-1AE6-453B-9768-CF3BDE92C5A9}"/>
              </a:ext>
            </a:extLst>
          </p:cNvPr>
          <p:cNvSpPr/>
          <p:nvPr/>
        </p:nvSpPr>
        <p:spPr>
          <a:xfrm>
            <a:off x="6479029" y="4249935"/>
            <a:ext cx="476251" cy="4609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17D754-9465-4511-B496-090FBFCA5103}"/>
              </a:ext>
            </a:extLst>
          </p:cNvPr>
          <p:cNvSpPr txBox="1"/>
          <p:nvPr/>
        </p:nvSpPr>
        <p:spPr>
          <a:xfrm>
            <a:off x="2164118" y="6228038"/>
            <a:ext cx="35028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실행파일을 선택</a:t>
            </a:r>
            <a:r>
              <a:rPr lang="en-US" altLang="ko-KR" sz="1200" dirty="0"/>
              <a:t>, </a:t>
            </a:r>
            <a:r>
              <a:rPr lang="ko-KR" altLang="en-US" sz="1200" dirty="0"/>
              <a:t>마우스 오른쪽 버튼을 누르고</a:t>
            </a:r>
            <a:r>
              <a:rPr lang="en-US" altLang="ko-KR" sz="1200" dirty="0"/>
              <a:t>, </a:t>
            </a:r>
          </a:p>
          <a:p>
            <a:r>
              <a:rPr lang="en-US" altLang="ko-KR" sz="1200" b="1" dirty="0">
                <a:solidFill>
                  <a:srgbClr val="0000FF"/>
                </a:solidFill>
              </a:rPr>
              <a:t>“</a:t>
            </a:r>
            <a:r>
              <a:rPr lang="ko-KR" altLang="en-US" sz="1200" b="1" dirty="0">
                <a:solidFill>
                  <a:srgbClr val="0000FF"/>
                </a:solidFill>
              </a:rPr>
              <a:t>속성</a:t>
            </a:r>
            <a:r>
              <a:rPr lang="en-US" altLang="ko-KR" sz="1200" b="1" dirty="0">
                <a:solidFill>
                  <a:srgbClr val="0000FF"/>
                </a:solidFill>
              </a:rPr>
              <a:t>(R)”</a:t>
            </a:r>
            <a:r>
              <a:rPr lang="ko-KR" altLang="en-US" sz="1200" dirty="0"/>
              <a:t>을 선택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0325BE-B944-424D-A714-92FC067DCC63}"/>
              </a:ext>
            </a:extLst>
          </p:cNvPr>
          <p:cNvSpPr txBox="1"/>
          <p:nvPr/>
        </p:nvSpPr>
        <p:spPr>
          <a:xfrm>
            <a:off x="6643936" y="6018915"/>
            <a:ext cx="37513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속성 창의 </a:t>
            </a:r>
            <a:r>
              <a:rPr lang="en-US" altLang="ko-KR" sz="1200" dirty="0"/>
              <a:t>“</a:t>
            </a:r>
            <a:r>
              <a:rPr lang="ko-KR" altLang="en-US" sz="1200" b="1" dirty="0">
                <a:solidFill>
                  <a:srgbClr val="0000FF"/>
                </a:solidFill>
              </a:rPr>
              <a:t>호환성</a:t>
            </a:r>
            <a:r>
              <a:rPr lang="en-US" altLang="ko-KR" sz="1200" dirty="0"/>
              <a:t>” </a:t>
            </a:r>
            <a:r>
              <a:rPr lang="ko-KR" altLang="en-US" sz="1200" dirty="0"/>
              <a:t>탭에서</a:t>
            </a:r>
            <a:endParaRPr lang="en-US" altLang="ko-KR" sz="1200" dirty="0"/>
          </a:p>
          <a:p>
            <a:r>
              <a:rPr lang="en-US" altLang="ko-KR" sz="1200" dirty="0"/>
              <a:t>“</a:t>
            </a:r>
            <a:r>
              <a:rPr lang="ko-KR" altLang="en-US" sz="1200" b="1" dirty="0">
                <a:solidFill>
                  <a:srgbClr val="0000FF"/>
                </a:solidFill>
              </a:rPr>
              <a:t>관리자 권한으로 이 프로그램 실행</a:t>
            </a:r>
            <a:r>
              <a:rPr lang="en-US" altLang="ko-KR" sz="1200" dirty="0"/>
              <a:t>”</a:t>
            </a:r>
            <a:r>
              <a:rPr lang="ko-KR" altLang="en-US" sz="1200" dirty="0"/>
              <a:t>을 </a:t>
            </a:r>
            <a:r>
              <a:rPr lang="en-US" altLang="ko-KR" sz="1200" dirty="0"/>
              <a:t>Check </a:t>
            </a:r>
            <a:r>
              <a:rPr lang="ko-KR" altLang="en-US" sz="1200" dirty="0"/>
              <a:t>하고</a:t>
            </a:r>
            <a:r>
              <a:rPr lang="en-US" altLang="ko-KR" sz="1200" dirty="0"/>
              <a:t>, </a:t>
            </a:r>
          </a:p>
          <a:p>
            <a:r>
              <a:rPr lang="en-US" altLang="ko-KR" sz="1200" dirty="0"/>
              <a:t>“</a:t>
            </a:r>
            <a:r>
              <a:rPr lang="ko-KR" altLang="en-US" sz="1200" dirty="0"/>
              <a:t>확인</a:t>
            </a:r>
            <a:r>
              <a:rPr lang="en-US" altLang="ko-KR" sz="1200" dirty="0"/>
              <a:t>”</a:t>
            </a:r>
            <a:r>
              <a:rPr lang="ko-KR" altLang="en-US" sz="1200" dirty="0"/>
              <a:t>을 눌러 종료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17BF997-C5AD-4EC6-8F39-5C9F863B6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834" y="3019458"/>
            <a:ext cx="1873537" cy="2661223"/>
          </a:xfrm>
          <a:prstGeom prst="rect">
            <a:avLst/>
          </a:prstGeom>
          <a:ln>
            <a:solidFill>
              <a:srgbClr val="0000FF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84EFD46-6CDE-48A5-95EF-8B242E7F2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766" y="2879618"/>
            <a:ext cx="4299805" cy="3290506"/>
          </a:xfrm>
          <a:prstGeom prst="rect">
            <a:avLst/>
          </a:prstGeom>
          <a:ln>
            <a:solidFill>
              <a:srgbClr val="0000FF"/>
            </a:solidFill>
          </a:ln>
        </p:spPr>
      </p:pic>
    </p:spTree>
    <p:extLst>
      <p:ext uri="{BB962C8B-B14F-4D97-AF65-F5344CB8AC3E}">
        <p14:creationId xmlns:p14="http://schemas.microsoft.com/office/powerpoint/2010/main" val="3941098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보안 설정 </a:t>
            </a:r>
            <a:r>
              <a:rPr lang="en-US" altLang="ko-KR" dirty="0"/>
              <a:t>– 2/5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8" y="1309355"/>
            <a:ext cx="4400051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ko-KR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보안 설정 </a:t>
            </a: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– </a:t>
            </a:r>
            <a:r>
              <a:rPr lang="ko-KR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사용자 계정 컨트롤 변경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C8262C-BE57-43C2-A23E-DF4599868A5C}"/>
              </a:ext>
            </a:extLst>
          </p:cNvPr>
          <p:cNvSpPr txBox="1"/>
          <p:nvPr/>
        </p:nvSpPr>
        <p:spPr>
          <a:xfrm>
            <a:off x="988540" y="2168652"/>
            <a:ext cx="921758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>
                <a:solidFill>
                  <a:srgbClr val="0000FF"/>
                </a:solidFill>
              </a:rPr>
              <a:t>사용자 계정 컨트롤 변경</a:t>
            </a:r>
            <a:r>
              <a:rPr lang="en-US" altLang="ko-KR" dirty="0">
                <a:solidFill>
                  <a:srgbClr val="0000FF"/>
                </a:solidFill>
              </a:rPr>
              <a:t> </a:t>
            </a:r>
            <a:endParaRPr lang="en-US" altLang="ko-KR" sz="1600" dirty="0"/>
          </a:p>
          <a:p>
            <a:r>
              <a:rPr lang="ko-KR" altLang="en-US" sz="1600" dirty="0"/>
              <a:t>    설치된 </a:t>
            </a:r>
            <a:r>
              <a:rPr lang="en-US" altLang="ko-KR" sz="1600" dirty="0"/>
              <a:t>GMES </a:t>
            </a:r>
            <a:r>
              <a:rPr lang="ko-KR" altLang="en-US" sz="1600" dirty="0"/>
              <a:t>프로그램이 관리자 권한으로 실행될 때</a:t>
            </a:r>
            <a:r>
              <a:rPr lang="en-US" altLang="ko-KR" sz="1600" dirty="0"/>
              <a:t>, </a:t>
            </a:r>
            <a:r>
              <a:rPr lang="ko-KR" altLang="en-US" sz="1600" dirty="0"/>
              <a:t>보안검토 확인 창 없이 실행되도록 변경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9A1EF4D4-1AE6-453B-9768-CF3BDE92C5A9}"/>
              </a:ext>
            </a:extLst>
          </p:cNvPr>
          <p:cNvSpPr/>
          <p:nvPr/>
        </p:nvSpPr>
        <p:spPr>
          <a:xfrm>
            <a:off x="5739547" y="4171076"/>
            <a:ext cx="476251" cy="4609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17D754-9465-4511-B496-090FBFCA5103}"/>
              </a:ext>
            </a:extLst>
          </p:cNvPr>
          <p:cNvSpPr txBox="1"/>
          <p:nvPr/>
        </p:nvSpPr>
        <p:spPr>
          <a:xfrm>
            <a:off x="956900" y="5850931"/>
            <a:ext cx="45784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“</a:t>
            </a:r>
            <a:r>
              <a:rPr lang="ko-KR" altLang="en-US" sz="1200" dirty="0"/>
              <a:t>제어판</a:t>
            </a:r>
            <a:r>
              <a:rPr lang="en-US" altLang="ko-KR" sz="1200" dirty="0"/>
              <a:t>” -&gt; “</a:t>
            </a:r>
            <a:r>
              <a:rPr lang="ko-KR" altLang="en-US" sz="1200" dirty="0"/>
              <a:t>시스템 및 보안</a:t>
            </a:r>
            <a:r>
              <a:rPr lang="en-US" altLang="ko-KR" sz="1200" dirty="0"/>
              <a:t>” </a:t>
            </a:r>
            <a:r>
              <a:rPr lang="ko-KR" altLang="en-US" sz="1200" dirty="0"/>
              <a:t>창 내에서</a:t>
            </a:r>
            <a:r>
              <a:rPr lang="en-US" altLang="ko-KR" sz="1200" dirty="0"/>
              <a:t>,</a:t>
            </a:r>
          </a:p>
          <a:p>
            <a:r>
              <a:rPr lang="en-US" altLang="ko-KR" sz="1200" b="1" dirty="0">
                <a:solidFill>
                  <a:srgbClr val="0000FF"/>
                </a:solidFill>
              </a:rPr>
              <a:t>“</a:t>
            </a:r>
            <a:r>
              <a:rPr lang="ko-KR" altLang="en-US" sz="1200" b="1" dirty="0">
                <a:solidFill>
                  <a:srgbClr val="0000FF"/>
                </a:solidFill>
              </a:rPr>
              <a:t>보안 및 유지 관리</a:t>
            </a:r>
            <a:r>
              <a:rPr lang="en-US" altLang="ko-KR" sz="1200" b="1" dirty="0">
                <a:solidFill>
                  <a:srgbClr val="0000FF"/>
                </a:solidFill>
              </a:rPr>
              <a:t>” -&gt; “</a:t>
            </a:r>
            <a:r>
              <a:rPr lang="ko-KR" altLang="en-US" sz="1200" b="1" dirty="0">
                <a:solidFill>
                  <a:srgbClr val="0000FF"/>
                </a:solidFill>
              </a:rPr>
              <a:t>사용자 계정 컨트롤 설정 변경</a:t>
            </a:r>
            <a:r>
              <a:rPr lang="en-US" altLang="ko-KR" sz="1200" b="1" dirty="0">
                <a:solidFill>
                  <a:srgbClr val="0000FF"/>
                </a:solidFill>
              </a:rPr>
              <a:t>”</a:t>
            </a:r>
            <a:r>
              <a:rPr lang="ko-KR" altLang="en-US" sz="1200" dirty="0"/>
              <a:t>을 선택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0325BE-B944-424D-A714-92FC067DCC63}"/>
              </a:ext>
            </a:extLst>
          </p:cNvPr>
          <p:cNvSpPr txBox="1"/>
          <p:nvPr/>
        </p:nvSpPr>
        <p:spPr>
          <a:xfrm>
            <a:off x="6570756" y="5850931"/>
            <a:ext cx="39164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“</a:t>
            </a:r>
            <a:r>
              <a:rPr lang="ko-KR" altLang="en-US" sz="1200" b="1" dirty="0">
                <a:solidFill>
                  <a:srgbClr val="0000FF"/>
                </a:solidFill>
              </a:rPr>
              <a:t>알리지 않음</a:t>
            </a:r>
            <a:r>
              <a:rPr lang="en-US" altLang="ko-KR" sz="1200" b="1" dirty="0">
                <a:solidFill>
                  <a:srgbClr val="0000FF"/>
                </a:solidFill>
              </a:rPr>
              <a:t>” </a:t>
            </a:r>
            <a:r>
              <a:rPr lang="ko-KR" altLang="en-US" sz="1200" dirty="0"/>
              <a:t>으로 변경하고</a:t>
            </a:r>
            <a:r>
              <a:rPr lang="en-US" altLang="ko-KR" sz="1200" dirty="0"/>
              <a:t>, “</a:t>
            </a:r>
            <a:r>
              <a:rPr lang="ko-KR" altLang="en-US" sz="1200" dirty="0"/>
              <a:t>확인</a:t>
            </a:r>
            <a:r>
              <a:rPr lang="en-US" altLang="ko-KR" sz="1200" dirty="0"/>
              <a:t>”</a:t>
            </a:r>
            <a:r>
              <a:rPr lang="ko-KR" altLang="en-US" sz="1200" dirty="0"/>
              <a:t>을 눌러 종료한다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6FE74C-6235-4FEE-AFEF-6105E697D335}"/>
              </a:ext>
            </a:extLst>
          </p:cNvPr>
          <p:cNvSpPr txBox="1"/>
          <p:nvPr/>
        </p:nvSpPr>
        <p:spPr>
          <a:xfrm>
            <a:off x="988540" y="1671789"/>
            <a:ext cx="72274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관리자 권한으로 실행 시</a:t>
            </a:r>
            <a:r>
              <a:rPr lang="en-US" altLang="ko-KR" sz="1400" dirty="0"/>
              <a:t>, </a:t>
            </a:r>
            <a:r>
              <a:rPr lang="ko-KR" altLang="en-US" sz="1400" dirty="0"/>
              <a:t>윈도우 기본 설정에 의해</a:t>
            </a:r>
            <a:r>
              <a:rPr lang="en-US" altLang="ko-KR" sz="1400" dirty="0"/>
              <a:t>, </a:t>
            </a:r>
            <a:r>
              <a:rPr lang="ko-KR" altLang="en-US" sz="1400" dirty="0"/>
              <a:t>매번 보안검토 확인창이 </a:t>
            </a:r>
            <a:r>
              <a:rPr lang="en-US" altLang="ko-KR" sz="1400" dirty="0"/>
              <a:t>Pop Up </a:t>
            </a:r>
            <a:r>
              <a:rPr lang="ko-KR" altLang="en-US" sz="1400" dirty="0"/>
              <a:t>됨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GMES </a:t>
            </a:r>
            <a:r>
              <a:rPr lang="ko-KR" altLang="en-US" sz="1400" dirty="0"/>
              <a:t>시스템은 보안검토 없이 자동실행 되어야 하므로</a:t>
            </a:r>
            <a:r>
              <a:rPr lang="en-US" altLang="ko-KR" sz="1400" dirty="0"/>
              <a:t>, </a:t>
            </a:r>
            <a:r>
              <a:rPr lang="ko-KR" altLang="en-US" sz="1400" dirty="0"/>
              <a:t>보안검토 관련 설정 변경 필요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CBCFCE0-B3B9-4A91-9DAD-796DE3E75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400" y="2999527"/>
            <a:ext cx="4033185" cy="2577653"/>
          </a:xfrm>
          <a:prstGeom prst="rect">
            <a:avLst/>
          </a:prstGeom>
          <a:ln>
            <a:solidFill>
              <a:srgbClr val="0000FF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E17BD19-9F17-4CDB-BC35-2FEA607CF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760" y="2977053"/>
            <a:ext cx="3600450" cy="2668966"/>
          </a:xfrm>
          <a:prstGeom prst="rect">
            <a:avLst/>
          </a:prstGeom>
          <a:ln>
            <a:solidFill>
              <a:srgbClr val="0000FF"/>
            </a:solidFill>
          </a:ln>
        </p:spPr>
      </p:pic>
    </p:spTree>
    <p:extLst>
      <p:ext uri="{BB962C8B-B14F-4D97-AF65-F5344CB8AC3E}">
        <p14:creationId xmlns:p14="http://schemas.microsoft.com/office/powerpoint/2010/main" val="2860147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보안 설정 </a:t>
            </a:r>
            <a:r>
              <a:rPr lang="en-US" altLang="ko-KR" dirty="0"/>
              <a:t>– 3/5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8" y="1309355"/>
            <a:ext cx="4400051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ko-KR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보안 설정 </a:t>
            </a: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– </a:t>
            </a:r>
            <a:r>
              <a:rPr lang="ko-KR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로컬 정책 변경 </a:t>
            </a: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– 1/2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C8262C-BE57-43C2-A23E-DF4599868A5C}"/>
              </a:ext>
            </a:extLst>
          </p:cNvPr>
          <p:cNvSpPr txBox="1"/>
          <p:nvPr/>
        </p:nvSpPr>
        <p:spPr>
          <a:xfrm>
            <a:off x="988540" y="2168652"/>
            <a:ext cx="1011046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>
                <a:solidFill>
                  <a:srgbClr val="0000FF"/>
                </a:solidFill>
              </a:rPr>
              <a:t>로컬 정책 변경</a:t>
            </a:r>
            <a:endParaRPr lang="en-US" altLang="ko-KR" sz="1600" dirty="0"/>
          </a:p>
          <a:p>
            <a:r>
              <a:rPr lang="ko-KR" altLang="en-US" sz="1600" dirty="0"/>
              <a:t>   설치된 </a:t>
            </a:r>
            <a:r>
              <a:rPr lang="en-US" altLang="ko-KR" sz="1600" dirty="0"/>
              <a:t>GMES </a:t>
            </a:r>
            <a:r>
              <a:rPr lang="ko-KR" altLang="en-US" sz="1600" dirty="0"/>
              <a:t>프로그램이 관리자 권한으로 실행될 때</a:t>
            </a:r>
            <a:r>
              <a:rPr lang="en-US" altLang="ko-KR" sz="1600" dirty="0"/>
              <a:t>, </a:t>
            </a:r>
            <a:r>
              <a:rPr lang="ko-KR" altLang="en-US" sz="1600" dirty="0"/>
              <a:t>보안검토 확인 창 없이 실행되도록 로컬 정책 변경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9A1EF4D4-1AE6-453B-9768-CF3BDE92C5A9}"/>
              </a:ext>
            </a:extLst>
          </p:cNvPr>
          <p:cNvSpPr/>
          <p:nvPr/>
        </p:nvSpPr>
        <p:spPr>
          <a:xfrm>
            <a:off x="5934574" y="4073796"/>
            <a:ext cx="476251" cy="4609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17D754-9465-4511-B496-090FBFCA5103}"/>
              </a:ext>
            </a:extLst>
          </p:cNvPr>
          <p:cNvSpPr txBox="1"/>
          <p:nvPr/>
        </p:nvSpPr>
        <p:spPr>
          <a:xfrm>
            <a:off x="1817726" y="5850931"/>
            <a:ext cx="3384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“</a:t>
            </a:r>
            <a:r>
              <a:rPr lang="ko-KR" altLang="en-US" sz="1200" dirty="0"/>
              <a:t>제어판</a:t>
            </a:r>
            <a:r>
              <a:rPr lang="en-US" altLang="ko-KR" sz="1200" dirty="0"/>
              <a:t>” -&gt; “</a:t>
            </a:r>
            <a:r>
              <a:rPr lang="ko-KR" altLang="en-US" sz="1200" dirty="0"/>
              <a:t>시스템 및 보안</a:t>
            </a:r>
            <a:r>
              <a:rPr lang="en-US" altLang="ko-KR" sz="1200" dirty="0"/>
              <a:t>” </a:t>
            </a:r>
            <a:r>
              <a:rPr lang="ko-KR" altLang="en-US" sz="1200" dirty="0"/>
              <a:t>창 내에서</a:t>
            </a:r>
            <a:r>
              <a:rPr lang="en-US" altLang="ko-KR" sz="1200" dirty="0"/>
              <a:t>,</a:t>
            </a:r>
          </a:p>
          <a:p>
            <a:r>
              <a:rPr lang="en-US" altLang="ko-KR" sz="1200" b="1" dirty="0">
                <a:solidFill>
                  <a:srgbClr val="0000FF"/>
                </a:solidFill>
              </a:rPr>
              <a:t>“</a:t>
            </a:r>
            <a:r>
              <a:rPr lang="ko-KR" altLang="en-US" sz="1200" b="1" dirty="0">
                <a:solidFill>
                  <a:srgbClr val="0000FF"/>
                </a:solidFill>
              </a:rPr>
              <a:t>관리도구</a:t>
            </a:r>
            <a:r>
              <a:rPr lang="en-US" altLang="ko-KR" sz="1200" b="1" dirty="0">
                <a:solidFill>
                  <a:srgbClr val="0000FF"/>
                </a:solidFill>
              </a:rPr>
              <a:t>”</a:t>
            </a:r>
            <a:r>
              <a:rPr lang="ko-KR" altLang="en-US" sz="1200" dirty="0"/>
              <a:t>를 선택하여</a:t>
            </a:r>
            <a:r>
              <a:rPr lang="en-US" altLang="ko-KR" sz="1200" dirty="0"/>
              <a:t>, </a:t>
            </a:r>
            <a:r>
              <a:rPr lang="ko-KR" altLang="en-US" sz="1200" dirty="0"/>
              <a:t>관리도구 창을 띄운다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0325BE-B944-424D-A714-92FC067DCC63}"/>
              </a:ext>
            </a:extLst>
          </p:cNvPr>
          <p:cNvSpPr txBox="1"/>
          <p:nvPr/>
        </p:nvSpPr>
        <p:spPr>
          <a:xfrm>
            <a:off x="6965946" y="5850931"/>
            <a:ext cx="3837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“</a:t>
            </a:r>
            <a:r>
              <a:rPr lang="ko-KR" altLang="en-US" sz="1200" dirty="0"/>
              <a:t>관리도구</a:t>
            </a:r>
            <a:r>
              <a:rPr lang="en-US" altLang="ko-KR" sz="1200" dirty="0"/>
              <a:t>” </a:t>
            </a:r>
            <a:r>
              <a:rPr lang="ko-KR" altLang="en-US" sz="1200" dirty="0"/>
              <a:t>창 내에서 </a:t>
            </a:r>
            <a:r>
              <a:rPr lang="en-US" altLang="ko-KR" sz="1200" b="1" dirty="0">
                <a:solidFill>
                  <a:srgbClr val="0000FF"/>
                </a:solidFill>
              </a:rPr>
              <a:t>“</a:t>
            </a:r>
            <a:r>
              <a:rPr lang="ko-KR" altLang="en-US" sz="1200" b="1" dirty="0">
                <a:solidFill>
                  <a:srgbClr val="0000FF"/>
                </a:solidFill>
              </a:rPr>
              <a:t>로컬 정책 변경</a:t>
            </a:r>
            <a:r>
              <a:rPr lang="en-US" altLang="ko-KR" sz="1200" b="1" dirty="0">
                <a:solidFill>
                  <a:srgbClr val="0000FF"/>
                </a:solidFill>
              </a:rPr>
              <a:t>” </a:t>
            </a:r>
            <a:r>
              <a:rPr lang="ko-KR" altLang="en-US" sz="1200" dirty="0"/>
              <a:t>을 선택하여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로컬 정책 변경 창을 띄운다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6FE74C-6235-4FEE-AFEF-6105E697D335}"/>
              </a:ext>
            </a:extLst>
          </p:cNvPr>
          <p:cNvSpPr txBox="1"/>
          <p:nvPr/>
        </p:nvSpPr>
        <p:spPr>
          <a:xfrm>
            <a:off x="988540" y="1671789"/>
            <a:ext cx="72274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관리자 권한으로 실행 시</a:t>
            </a:r>
            <a:r>
              <a:rPr lang="en-US" altLang="ko-KR" sz="1400" dirty="0"/>
              <a:t>, </a:t>
            </a:r>
            <a:r>
              <a:rPr lang="ko-KR" altLang="en-US" sz="1400" dirty="0"/>
              <a:t>윈도우 기본 설정에 의해</a:t>
            </a:r>
            <a:r>
              <a:rPr lang="en-US" altLang="ko-KR" sz="1400" dirty="0"/>
              <a:t>, </a:t>
            </a:r>
            <a:r>
              <a:rPr lang="ko-KR" altLang="en-US" sz="1400" dirty="0"/>
              <a:t>매번 보안검토 확인창이 </a:t>
            </a:r>
            <a:r>
              <a:rPr lang="en-US" altLang="ko-KR" sz="1400" dirty="0"/>
              <a:t>Pop Up </a:t>
            </a:r>
            <a:r>
              <a:rPr lang="ko-KR" altLang="en-US" sz="1400" dirty="0"/>
              <a:t>됨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GMES </a:t>
            </a:r>
            <a:r>
              <a:rPr lang="ko-KR" altLang="en-US" sz="1400" dirty="0"/>
              <a:t>시스템은 보안검토 없이 자동실행 되어야 하므로</a:t>
            </a:r>
            <a:r>
              <a:rPr lang="en-US" altLang="ko-KR" sz="1400" dirty="0"/>
              <a:t>, </a:t>
            </a:r>
            <a:r>
              <a:rPr lang="ko-KR" altLang="en-US" sz="1400" dirty="0"/>
              <a:t>보안검토 관련 설정 변경 필요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E771BAC-CA08-4317-9762-D69D6E653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714" y="2927849"/>
            <a:ext cx="4348910" cy="2779437"/>
          </a:xfrm>
          <a:prstGeom prst="rect">
            <a:avLst/>
          </a:prstGeom>
          <a:ln>
            <a:solidFill>
              <a:srgbClr val="0000FF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AEC5CD4-688F-4531-9913-707D5CD2A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7851" y="2917646"/>
            <a:ext cx="4348910" cy="2779437"/>
          </a:xfrm>
          <a:prstGeom prst="rect">
            <a:avLst/>
          </a:prstGeom>
          <a:ln>
            <a:solidFill>
              <a:srgbClr val="0000FF"/>
            </a:solidFill>
          </a:ln>
        </p:spPr>
      </p:pic>
    </p:spTree>
    <p:extLst>
      <p:ext uri="{BB962C8B-B14F-4D97-AF65-F5344CB8AC3E}">
        <p14:creationId xmlns:p14="http://schemas.microsoft.com/office/powerpoint/2010/main" val="534800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보안 설정 </a:t>
            </a:r>
            <a:r>
              <a:rPr lang="en-US" altLang="ko-KR" dirty="0"/>
              <a:t>– 4/5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8" y="1309355"/>
            <a:ext cx="4400051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ko-KR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보안 설정 </a:t>
            </a: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– </a:t>
            </a:r>
            <a:r>
              <a:rPr lang="ko-KR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로컬 정책 변경 </a:t>
            </a:r>
            <a:r>
              <a:rPr lang="en-US" altLang="ko-KR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– 2/2</a:t>
            </a:r>
            <a:endParaRPr lang="ko-KR" alt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C8262C-BE57-43C2-A23E-DF4599868A5C}"/>
              </a:ext>
            </a:extLst>
          </p:cNvPr>
          <p:cNvSpPr txBox="1"/>
          <p:nvPr/>
        </p:nvSpPr>
        <p:spPr>
          <a:xfrm>
            <a:off x="988540" y="1770647"/>
            <a:ext cx="1011046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>
                <a:solidFill>
                  <a:srgbClr val="0000FF"/>
                </a:solidFill>
              </a:rPr>
              <a:t>로컬 정책 변경</a:t>
            </a:r>
            <a:endParaRPr lang="en-US" altLang="ko-KR" sz="1600" dirty="0"/>
          </a:p>
          <a:p>
            <a:r>
              <a:rPr lang="ko-KR" altLang="en-US" sz="1600" dirty="0"/>
              <a:t>    설치된 </a:t>
            </a:r>
            <a:r>
              <a:rPr lang="en-US" altLang="ko-KR" sz="1600" dirty="0"/>
              <a:t>GMES </a:t>
            </a:r>
            <a:r>
              <a:rPr lang="ko-KR" altLang="en-US" sz="1600" dirty="0"/>
              <a:t>프로그램이 관리자 권한으로 실행될 때</a:t>
            </a:r>
            <a:r>
              <a:rPr lang="en-US" altLang="ko-KR" sz="1600" dirty="0"/>
              <a:t>, </a:t>
            </a:r>
            <a:r>
              <a:rPr lang="ko-KR" altLang="en-US" sz="1600" dirty="0"/>
              <a:t>보안검토 확인 창 없이 실행되도록 로컬 정책 변경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17D754-9465-4511-B496-090FBFCA5103}"/>
              </a:ext>
            </a:extLst>
          </p:cNvPr>
          <p:cNvSpPr txBox="1"/>
          <p:nvPr/>
        </p:nvSpPr>
        <p:spPr>
          <a:xfrm>
            <a:off x="7037426" y="2828680"/>
            <a:ext cx="45528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“</a:t>
            </a:r>
            <a:r>
              <a:rPr lang="ko-KR" altLang="en-US" sz="1200" dirty="0"/>
              <a:t>보안설정</a:t>
            </a:r>
            <a:r>
              <a:rPr lang="en-US" altLang="ko-KR" sz="1200" dirty="0"/>
              <a:t>” -&gt; “</a:t>
            </a:r>
            <a:r>
              <a:rPr lang="ko-KR" altLang="en-US" sz="1200" dirty="0"/>
              <a:t>로컬 정책</a:t>
            </a:r>
            <a:r>
              <a:rPr lang="en-US" altLang="ko-KR" sz="1200" dirty="0"/>
              <a:t>” -&gt; “</a:t>
            </a:r>
            <a:r>
              <a:rPr lang="ko-KR" altLang="en-US" sz="1200" dirty="0"/>
              <a:t>보안 옵션</a:t>
            </a:r>
            <a:r>
              <a:rPr lang="en-US" altLang="ko-KR" sz="1200" dirty="0"/>
              <a:t>” </a:t>
            </a:r>
            <a:r>
              <a:rPr lang="ko-KR" altLang="en-US" sz="1200" dirty="0"/>
              <a:t>을 선택</a:t>
            </a:r>
            <a:r>
              <a:rPr lang="en-US" altLang="ko-KR" sz="1200" dirty="0"/>
              <a:t>,</a:t>
            </a:r>
          </a:p>
          <a:p>
            <a:r>
              <a:rPr lang="en-US" altLang="ko-KR" sz="1200" b="1" dirty="0">
                <a:solidFill>
                  <a:srgbClr val="0000FF"/>
                </a:solidFill>
              </a:rPr>
              <a:t>“</a:t>
            </a:r>
            <a:r>
              <a:rPr lang="ko-KR" altLang="en-US" sz="1200" b="1" dirty="0">
                <a:solidFill>
                  <a:srgbClr val="0000FF"/>
                </a:solidFill>
              </a:rPr>
              <a:t>사용자 계정 컨트롤 </a:t>
            </a:r>
            <a:r>
              <a:rPr lang="en-US" altLang="ko-KR" sz="1200" b="1" dirty="0">
                <a:solidFill>
                  <a:srgbClr val="0000FF"/>
                </a:solidFill>
              </a:rPr>
              <a:t>: </a:t>
            </a:r>
            <a:r>
              <a:rPr lang="ko-KR" altLang="en-US" sz="1200" b="1" dirty="0">
                <a:solidFill>
                  <a:srgbClr val="0000FF"/>
                </a:solidFill>
              </a:rPr>
              <a:t>관리 승인 모드에서 모든 관리자 실행</a:t>
            </a:r>
            <a:r>
              <a:rPr lang="en-US" altLang="ko-KR" sz="1200" b="1" dirty="0">
                <a:solidFill>
                  <a:srgbClr val="0000FF"/>
                </a:solidFill>
              </a:rPr>
              <a:t>”</a:t>
            </a:r>
            <a:r>
              <a:rPr lang="ko-KR" altLang="en-US" sz="1200" dirty="0"/>
              <a:t>을</a:t>
            </a:r>
            <a:endParaRPr lang="en-US" altLang="ko-KR" sz="1200" dirty="0"/>
          </a:p>
          <a:p>
            <a:r>
              <a:rPr lang="en-US" altLang="ko-KR" sz="1200" dirty="0"/>
              <a:t>“</a:t>
            </a:r>
            <a:r>
              <a:rPr lang="ko-KR" altLang="en-US" sz="1200" dirty="0"/>
              <a:t>사용</a:t>
            </a:r>
            <a:r>
              <a:rPr lang="en-US" altLang="ko-KR" sz="1200" dirty="0"/>
              <a:t>” -&gt; “</a:t>
            </a:r>
            <a:r>
              <a:rPr lang="ko-KR" altLang="en-US" sz="1200" dirty="0"/>
              <a:t>사용 안 함</a:t>
            </a:r>
            <a:r>
              <a:rPr lang="en-US" altLang="ko-KR" sz="1200" dirty="0"/>
              <a:t>”</a:t>
            </a:r>
            <a:r>
              <a:rPr lang="ko-KR" altLang="en-US" sz="1200" dirty="0"/>
              <a:t>으로 변경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b="1" dirty="0">
                <a:solidFill>
                  <a:srgbClr val="FF0000"/>
                </a:solidFill>
              </a:rPr>
              <a:t>※ </a:t>
            </a:r>
            <a:r>
              <a:rPr lang="ko-KR" altLang="en-US" sz="1200" b="1" dirty="0">
                <a:solidFill>
                  <a:srgbClr val="FF0000"/>
                </a:solidFill>
              </a:rPr>
              <a:t>변경 후</a:t>
            </a:r>
            <a:r>
              <a:rPr lang="en-US" altLang="ko-KR" sz="1200" b="1" dirty="0">
                <a:solidFill>
                  <a:srgbClr val="FF0000"/>
                </a:solidFill>
              </a:rPr>
              <a:t>, </a:t>
            </a:r>
            <a:r>
              <a:rPr lang="ko-KR" altLang="en-US" sz="1200" b="1" dirty="0">
                <a:solidFill>
                  <a:srgbClr val="FF0000"/>
                </a:solidFill>
              </a:rPr>
              <a:t>반드시 윈도우 재시작 필요</a:t>
            </a:r>
            <a:r>
              <a:rPr lang="en-US" altLang="ko-KR" sz="1200" b="1" dirty="0">
                <a:solidFill>
                  <a:srgbClr val="FF0000"/>
                </a:solidFill>
              </a:rPr>
              <a:t>.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94C2153-EE8B-4D3B-A5D3-67A085471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895" y="2828680"/>
            <a:ext cx="5319555" cy="3204210"/>
          </a:xfrm>
          <a:prstGeom prst="rect">
            <a:avLst/>
          </a:prstGeom>
          <a:ln>
            <a:solidFill>
              <a:srgbClr val="0000FF"/>
            </a:solidFill>
          </a:ln>
        </p:spPr>
      </p:pic>
    </p:spTree>
    <p:extLst>
      <p:ext uri="{BB962C8B-B14F-4D97-AF65-F5344CB8AC3E}">
        <p14:creationId xmlns:p14="http://schemas.microsoft.com/office/powerpoint/2010/main" val="4177256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D037-8CAD-4894-947F-63777C9C4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보안 설정 </a:t>
            </a:r>
            <a:r>
              <a:rPr lang="en-US" altLang="ko-KR" dirty="0"/>
              <a:t>– 5/5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GMES</a:t>
            </a:r>
          </a:p>
          <a:p>
            <a:endParaRPr lang="ko-KR" altLang="en-US" dirty="0"/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04F0A348-2057-4982-933A-B433D3F7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98" y="1309355"/>
            <a:ext cx="4400051" cy="328617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 anchorCtr="1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ko-KR" alt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최종 실행 확인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C8262C-BE57-43C2-A23E-DF4599868A5C}"/>
              </a:ext>
            </a:extLst>
          </p:cNvPr>
          <p:cNvSpPr txBox="1"/>
          <p:nvPr/>
        </p:nvSpPr>
        <p:spPr>
          <a:xfrm>
            <a:off x="988540" y="1770647"/>
            <a:ext cx="727109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>
                <a:solidFill>
                  <a:srgbClr val="0000FF"/>
                </a:solidFill>
              </a:rPr>
              <a:t>실행 확인</a:t>
            </a:r>
            <a:endParaRPr lang="en-US" altLang="ko-KR" sz="1600" dirty="0"/>
          </a:p>
          <a:p>
            <a:r>
              <a:rPr lang="ko-KR" altLang="en-US" sz="1600" dirty="0"/>
              <a:t>    윈도우 재시작 후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GMESSystem</a:t>
            </a:r>
            <a:r>
              <a:rPr lang="ko-KR" altLang="en-US" sz="1600" dirty="0"/>
              <a:t> 실행파일이 자동실행 되었는지 확인 한다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01F21C2-2248-40B9-9FD7-BC86266A5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10" y="2518875"/>
            <a:ext cx="3505689" cy="26578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7A3DF0-30D9-4BE6-A775-DF0E828D928F}"/>
              </a:ext>
            </a:extLst>
          </p:cNvPr>
          <p:cNvSpPr txBox="1"/>
          <p:nvPr/>
        </p:nvSpPr>
        <p:spPr>
          <a:xfrm>
            <a:off x="1560551" y="5553740"/>
            <a:ext cx="73163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윈도우 재시작 후</a:t>
            </a:r>
            <a:r>
              <a:rPr lang="en-US" altLang="ko-KR" sz="1200" dirty="0"/>
              <a:t>, </a:t>
            </a:r>
            <a:r>
              <a:rPr lang="ko-KR" altLang="en-US" sz="1200" dirty="0"/>
              <a:t>시스템 트레이 아이콘에 </a:t>
            </a:r>
            <a:r>
              <a:rPr lang="en-US" altLang="ko-KR" sz="1200" dirty="0"/>
              <a:t>GMES Interface System</a:t>
            </a:r>
            <a:r>
              <a:rPr lang="ko-KR" altLang="en-US" sz="1200" dirty="0"/>
              <a:t>이 등록되어 있으면</a:t>
            </a:r>
            <a:r>
              <a:rPr lang="en-US" altLang="ko-KR" sz="1200" dirty="0"/>
              <a:t>, </a:t>
            </a:r>
            <a:r>
              <a:rPr lang="ko-KR" altLang="en-US" sz="1200" dirty="0"/>
              <a:t>자동실행 정상임</a:t>
            </a:r>
            <a:r>
              <a:rPr lang="en-US" altLang="ko-KR" sz="1200" dirty="0"/>
              <a:t>.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B09BB3C-3F8B-4CD3-A4DC-9DC0FA527098}"/>
              </a:ext>
            </a:extLst>
          </p:cNvPr>
          <p:cNvSpPr/>
          <p:nvPr/>
        </p:nvSpPr>
        <p:spPr>
          <a:xfrm>
            <a:off x="2581276" y="4391025"/>
            <a:ext cx="419100" cy="414487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FD0624B-9D6A-47FB-809B-CB43B9355518}"/>
              </a:ext>
            </a:extLst>
          </p:cNvPr>
          <p:cNvCxnSpPr/>
          <p:nvPr/>
        </p:nvCxnSpPr>
        <p:spPr>
          <a:xfrm flipH="1">
            <a:off x="3133725" y="3333750"/>
            <a:ext cx="2667000" cy="12001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BE77337-605B-4146-95A3-F384DFE9811A}"/>
              </a:ext>
            </a:extLst>
          </p:cNvPr>
          <p:cNvSpPr txBox="1"/>
          <p:nvPr/>
        </p:nvSpPr>
        <p:spPr>
          <a:xfrm>
            <a:off x="6024952" y="3149084"/>
            <a:ext cx="338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GMES Interface System </a:t>
            </a:r>
            <a:r>
              <a:rPr lang="ko-KR" altLang="en-US" dirty="0"/>
              <a:t>아이콘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CBB32F-959D-B4E2-0CBE-3917B80D62E2}"/>
              </a:ext>
            </a:extLst>
          </p:cNvPr>
          <p:cNvSpPr txBox="1"/>
          <p:nvPr/>
        </p:nvSpPr>
        <p:spPr>
          <a:xfrm>
            <a:off x="6096000" y="3616965"/>
            <a:ext cx="46957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시스템 트레이 아이콘 더블클릭 시</a:t>
            </a:r>
            <a:r>
              <a:rPr lang="en-US" altLang="ko-KR" sz="1200" dirty="0"/>
              <a:t>, </a:t>
            </a:r>
            <a:r>
              <a:rPr lang="ko-KR" altLang="en-US" sz="1200" dirty="0"/>
              <a:t>프로그램 화면이 </a:t>
            </a:r>
            <a:r>
              <a:rPr lang="en-US" altLang="ko-KR" sz="1200" dirty="0"/>
              <a:t>Pop Up</a:t>
            </a:r>
            <a:r>
              <a:rPr lang="ko-KR" altLang="en-US" sz="1200" dirty="0"/>
              <a:t>되고</a:t>
            </a:r>
            <a:r>
              <a:rPr lang="en-US" altLang="ko-KR" sz="1200" dirty="0"/>
              <a:t>,</a:t>
            </a:r>
          </a:p>
          <a:p>
            <a:r>
              <a:rPr lang="ko-KR" altLang="en-US" sz="1200" dirty="0"/>
              <a:t>프로그램의 최소화 버튼을 누르면</a:t>
            </a:r>
            <a:r>
              <a:rPr lang="en-US" altLang="ko-KR" sz="1200" dirty="0"/>
              <a:t>, </a:t>
            </a:r>
            <a:r>
              <a:rPr lang="ko-KR" altLang="en-US" sz="1200" dirty="0"/>
              <a:t>다시</a:t>
            </a:r>
            <a:r>
              <a:rPr lang="en-US" altLang="ko-KR" sz="1200" dirty="0"/>
              <a:t>, </a:t>
            </a:r>
            <a:r>
              <a:rPr lang="ko-KR" altLang="en-US" sz="1200" dirty="0"/>
              <a:t>시스템 트레이로 숨는다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492083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56DEA945-8889-4F15-8CD1-581EC23691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C0603083-75E2-4E76-9852-BEB5ED56A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07585" y="2083778"/>
            <a:ext cx="4776828" cy="304110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제목 13">
            <a:extLst>
              <a:ext uri="{FF2B5EF4-FFF2-40B4-BE49-F238E27FC236}">
                <a16:creationId xmlns:a16="http://schemas.microsoft.com/office/drawing/2014/main" id="{AC4DAF68-6DCB-4B90-A794-8DC80E0DEB5F}"/>
              </a:ext>
            </a:extLst>
          </p:cNvPr>
          <p:cNvSpPr txBox="1">
            <a:spLocks/>
          </p:cNvSpPr>
          <p:nvPr/>
        </p:nvSpPr>
        <p:spPr>
          <a:xfrm>
            <a:off x="4698679" y="5248707"/>
            <a:ext cx="2592288" cy="774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normalizeH="0" baseline="0" noProof="0" dirty="0">
                <a:uLnTx/>
                <a:uFillTx/>
                <a:latin typeface="+mn-ea"/>
                <a:ea typeface="+mn-ea"/>
              </a:rPr>
              <a:t>감사합니다</a:t>
            </a:r>
            <a:r>
              <a:rPr kumimoji="0" lang="en-US" altLang="ko-KR" sz="2400" b="1" i="0" u="none" strike="noStrike" kern="1200" normalizeH="0" baseline="0" noProof="0" dirty="0">
                <a:uLnTx/>
                <a:uFillTx/>
                <a:latin typeface="+mn-ea"/>
                <a:ea typeface="+mn-ea"/>
              </a:rPr>
              <a:t> </a:t>
            </a:r>
            <a:endParaRPr kumimoji="0" lang="ko-KR" altLang="en-US" sz="2400" b="1" i="0" u="none" strike="noStrike" kern="1200" normalizeH="0" baseline="0" noProof="0" dirty="0">
              <a:uLnTx/>
              <a:uFillTx/>
              <a:latin typeface="+mn-ea"/>
              <a:ea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26004" y="867704"/>
            <a:ext cx="4958409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fontAlgn="base">
              <a:spcBef>
                <a:spcPts val="1800"/>
              </a:spcBef>
              <a:spcAft>
                <a:spcPct val="0"/>
              </a:spcAft>
              <a:defRPr/>
            </a:pPr>
            <a:r>
              <a:rPr kumimoji="1" lang="ko-KR" altLang="en-US" b="1" dirty="0">
                <a:latin typeface="+mn-ea"/>
              </a:rPr>
              <a:t>귀사 제품의 </a:t>
            </a:r>
            <a:r>
              <a:rPr kumimoji="1" lang="ko-KR" altLang="en-US" b="1" dirty="0">
                <a:solidFill>
                  <a:srgbClr val="FF0000"/>
                </a:solidFill>
                <a:latin typeface="+mn-ea"/>
              </a:rPr>
              <a:t>품질확보</a:t>
            </a:r>
            <a:r>
              <a:rPr kumimoji="1" lang="ko-KR" altLang="en-US" b="1" dirty="0">
                <a:latin typeface="+mn-ea"/>
              </a:rPr>
              <a:t> 및 </a:t>
            </a:r>
            <a:r>
              <a:rPr kumimoji="1" lang="ko-KR" altLang="en-US" b="1" dirty="0">
                <a:solidFill>
                  <a:srgbClr val="FF0000"/>
                </a:solidFill>
                <a:latin typeface="+mn-ea"/>
              </a:rPr>
              <a:t>생산성 향상</a:t>
            </a:r>
            <a:r>
              <a:rPr kumimoji="1" lang="ko-KR" altLang="en-US" b="1" dirty="0">
                <a:latin typeface="+mn-ea"/>
              </a:rPr>
              <a:t>을</a:t>
            </a:r>
            <a:endParaRPr kumimoji="1" lang="en-US" altLang="ko-KR" b="1" dirty="0">
              <a:latin typeface="+mn-ea"/>
            </a:endParaRPr>
          </a:p>
          <a:p>
            <a:pPr lvl="0" algn="ctr" fontAlgn="base">
              <a:spcBef>
                <a:spcPts val="1800"/>
              </a:spcBef>
              <a:spcAft>
                <a:spcPct val="0"/>
              </a:spcAft>
              <a:defRPr/>
            </a:pPr>
            <a:r>
              <a:rPr kumimoji="1" lang="ko-KR" altLang="en-US" b="1" dirty="0">
                <a:latin typeface="+mn-ea"/>
              </a:rPr>
              <a:t>극대화 하는 최적의 솔루션을 공급하겠습니다</a:t>
            </a:r>
            <a:r>
              <a:rPr kumimoji="1" lang="en-US" altLang="ko-KR" b="1" dirty="0">
                <a:latin typeface="+mn-ea"/>
              </a:rPr>
              <a:t>.</a:t>
            </a:r>
          </a:p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1854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3565</TotalTime>
  <Words>671</Words>
  <Application>Microsoft Office PowerPoint</Application>
  <PresentationFormat>와이드스크린</PresentationFormat>
  <Paragraphs>92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Adobe Heiti Std R</vt:lpstr>
      <vt:lpstr>HY헤드라인M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1. 시작프로그램 설정 – 1/2</vt:lpstr>
      <vt:lpstr>1. 시작프로그램 설정 – 2/2</vt:lpstr>
      <vt:lpstr>PowerPoint 프레젠테이션</vt:lpstr>
      <vt:lpstr>2. 보안 설정 – 1/5</vt:lpstr>
      <vt:lpstr>2. 보안 설정 – 2/5</vt:lpstr>
      <vt:lpstr>2. 보안 설정 – 3/5</vt:lpstr>
      <vt:lpstr>2. 보안 설정 – 4/5</vt:lpstr>
      <vt:lpstr>2. 보안 설정 – 5/5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명진</dc:creator>
  <cp:lastModifiedBy>재현 김</cp:lastModifiedBy>
  <cp:revision>136</cp:revision>
  <dcterms:created xsi:type="dcterms:W3CDTF">2019-07-08T14:59:17Z</dcterms:created>
  <dcterms:modified xsi:type="dcterms:W3CDTF">2026-02-26T16:56:51Z</dcterms:modified>
</cp:coreProperties>
</file>