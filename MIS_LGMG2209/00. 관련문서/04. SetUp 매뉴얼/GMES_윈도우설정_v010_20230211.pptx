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2" r:id="rId2"/>
    <p:sldId id="310" r:id="rId3"/>
    <p:sldId id="270" r:id="rId4"/>
    <p:sldId id="328" r:id="rId5"/>
    <p:sldId id="354" r:id="rId6"/>
    <p:sldId id="355" r:id="rId7"/>
    <p:sldId id="356" r:id="rId8"/>
    <p:sldId id="358" r:id="rId9"/>
    <p:sldId id="359" r:id="rId10"/>
    <p:sldId id="360" r:id="rId11"/>
    <p:sldId id="361" r:id="rId12"/>
    <p:sldId id="30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0000"/>
    <a:srgbClr val="CC0000"/>
    <a:srgbClr val="FF2621"/>
    <a:srgbClr val="605F5F"/>
    <a:srgbClr val="999999"/>
    <a:srgbClr val="9F9F9F"/>
    <a:srgbClr val="B3B1B2"/>
    <a:srgbClr val="BEBCBD"/>
    <a:srgbClr val="DBB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2000" autoAdjust="0"/>
  </p:normalViewPr>
  <p:slideViewPr>
    <p:cSldViewPr snapToGrid="0">
      <p:cViewPr varScale="1">
        <p:scale>
          <a:sx n="59" d="100"/>
          <a:sy n="59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0A33-9B35-478B-B925-653420027C7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84E5-D9D9-4855-BFBE-E8F30A53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0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84E5-D9D9-4855-BFBE-E8F30A53535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90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1DBD-692B-462B-B598-2A6CBC726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714874" cy="562057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AB1CA-EF17-4C61-B5E5-244BF526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347913"/>
            <a:ext cx="9144000" cy="23202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6834B-B30B-4084-A43C-CF55AD21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4C749-7642-45AF-B37C-78253B5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9A0E6-B972-4B1B-93EE-C81B312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7079" y="6364204"/>
            <a:ext cx="495299" cy="365125"/>
          </a:xfrm>
        </p:spPr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2FD2C-01DE-42B3-9688-37DC7D16D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552" y="6375400"/>
            <a:ext cx="870906" cy="3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30E27-43D0-4F40-99BB-73CBEBAD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91BC0-45E3-47DF-80E5-2FEC6F7F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8B56F-1184-4C5A-8B01-299AA65A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A633-E43F-4B6F-91AB-DD6F9A8F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60D-FB23-4A95-AA54-8B547C2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9E0D-8AC4-4C85-8177-34E173F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C76ED-7009-4A12-8DA5-3BBC1CD9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F7C31-B80F-4EA8-AAD6-16636F05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4E397-8E6D-490D-A7E0-9D32A5B9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92B07-ADE2-4E26-8645-D8DDA116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AF6A-A7B1-4A18-B7D2-024F91A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0DA0D-D8AE-434F-8399-EB45E58B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33109-578E-471A-8A8E-F81AD26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3F350-2FA2-43F5-9C28-D6F700C5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1089-50D8-4F35-A641-043F961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E553E-83B8-49ED-84F5-623AA19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8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2F7E0-ED16-4ADC-AD39-9E28E601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260D5-774E-4FDD-8C87-2EE86E8C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79DEB-E3DC-49A4-887C-0B01FFD8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D8359-B53E-4D69-9A21-B278D0C1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47C9-375F-467F-976F-34CB8DCFC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B81B-A36E-472D-AFC2-47A7D84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288A5-A0BE-43D0-B3DB-BA1A42DF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4A240-A595-4699-8345-3B1A6C8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1648C-6A42-4626-AAB9-DD0B95EC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E9728-D49A-4066-BC5C-881F99C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088CB-9B38-4D7D-B4CA-6CD99DA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1EA38A-3926-4486-B293-51063ECA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8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1A6B8E-94E3-4329-AD16-2E8D6B4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5182D1-42FA-47F2-924E-4B11FED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54D-C081-48AF-9CEA-A6CF2BA6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8E886-7EDD-462B-B3BB-D1CBD7B4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24F62-7B7A-46AB-9B60-08AF6470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7DDA-F6CB-42D0-BECA-7DC704DE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9993F-7AD7-45FE-83E4-B961F19C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B997-9F5B-4BE4-A47E-D64E0C77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68068-429E-411E-B06B-D193F96A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2462F-A83C-4A49-BFBD-59C5E2B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F199D6-E9C3-49C4-81C9-DDFC8262A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50BB-E4FC-45B5-BF4F-4CB32CBC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02DD6-2C23-4309-A6B4-A600B73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7EAF2-DACB-4AA8-97B8-67CB3F63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7FCFE-D50E-42A0-88B6-891E95F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EAA8-2369-4D71-B5C2-81180DB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EE823-E54C-41A8-892C-546A9308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7556D-EFA7-4564-A73F-76F6953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CDCE-1E33-4D97-8DDF-423B2990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5C2FC-63A6-412A-ADD2-E6C05F0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BB610-D887-4C0A-95DF-37E0D9B9F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8FA28-FFB5-4445-9EEF-BFCF14A7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2D33D-BD38-4859-A2CD-B074CFF5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1167-3B9F-407D-A847-AC3DE18B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64035-58F3-43CF-AF4D-512BB603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DF7D47-602D-435D-B674-AEA7710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A80D7-4E9F-46DB-855E-B5D8D2AC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01F84-4470-4D23-8D7E-6CCB5A859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D43CD-4D2F-4BC4-A4D9-D0EE88203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5B84-B555-455E-B239-88AD61AB8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ft6804@hubis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extLst>
              <a:ext uri="{FF2B5EF4-FFF2-40B4-BE49-F238E27FC236}">
                <a16:creationId xmlns:a16="http://schemas.microsoft.com/office/drawing/2014/main" id="{F6B6FAAD-5CD2-4CA7-A74D-68F173A9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4" y="3159995"/>
            <a:ext cx="393569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GMES 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설치 매뉴얼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eaLnBrk="1" hangingPunct="1"/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윈도우 설정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844E09-C4BE-4067-B5E4-736F3F66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294" y="6000750"/>
            <a:ext cx="1355531" cy="4945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7247C8D-D267-4CF1-AF93-6A48587BC7B9}"/>
              </a:ext>
            </a:extLst>
          </p:cNvPr>
          <p:cNvSpPr/>
          <p:nvPr/>
        </p:nvSpPr>
        <p:spPr>
          <a:xfrm>
            <a:off x="321022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4" y="101476"/>
            <a:ext cx="11974178" cy="2940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DCD42E-8102-9A5B-23C2-1C294D28DFBC}"/>
              </a:ext>
            </a:extLst>
          </p:cNvPr>
          <p:cNvSpPr txBox="1"/>
          <p:nvPr/>
        </p:nvSpPr>
        <p:spPr>
          <a:xfrm>
            <a:off x="366741" y="5446985"/>
            <a:ext cx="1526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sjyi@hubis.co.kr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2023.02.11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08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53"/>
            <a:ext cx="12192000" cy="2094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290" y="725970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</a:t>
            </a:r>
            <a:endParaRPr lang="ko-KR" altLang="en-US" sz="4000" dirty="0"/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CCBD8AD4-9FE7-43C0-8328-B7F58E707C11}"/>
              </a:ext>
            </a:extLst>
          </p:cNvPr>
          <p:cNvSpPr txBox="1"/>
          <p:nvPr/>
        </p:nvSpPr>
        <p:spPr>
          <a:xfrm>
            <a:off x="2110202" y="2441887"/>
            <a:ext cx="8427700" cy="1474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시작프로그램 등록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보안설정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111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윈도우 설정</a:t>
            </a:r>
            <a:r>
              <a:rPr lang="en-US" altLang="ko-KR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–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시작프로그램 등록</a:t>
            </a:r>
            <a:endParaRPr lang="de-DE" sz="4000" b="1" dirty="0">
              <a:solidFill>
                <a:schemeClr val="bg1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936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시작프로그램 설정 </a:t>
            </a:r>
            <a:r>
              <a:rPr lang="en-US" altLang="ko-KR" dirty="0"/>
              <a:t>– 1/2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시작프로그램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C2C77-6BCC-4696-9705-ACF25EAE8432}"/>
              </a:ext>
            </a:extLst>
          </p:cNvPr>
          <p:cNvSpPr txBox="1"/>
          <p:nvPr/>
        </p:nvSpPr>
        <p:spPr>
          <a:xfrm>
            <a:off x="988540" y="1716612"/>
            <a:ext cx="853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GMES </a:t>
            </a:r>
            <a:r>
              <a:rPr lang="ko-KR" altLang="en-US" sz="1400" dirty="0"/>
              <a:t>프로그램은 윈도우 시작 시</a:t>
            </a:r>
            <a:r>
              <a:rPr lang="en-US" altLang="ko-KR" sz="1400" dirty="0"/>
              <a:t>, </a:t>
            </a:r>
            <a:r>
              <a:rPr lang="ko-KR" altLang="en-US" sz="1400" dirty="0"/>
              <a:t>바로 실행되어야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시작프로그램에 넣어 바로 시작하도록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151948"/>
            <a:ext cx="66880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시작프로그램 등록 순서</a:t>
            </a:r>
            <a:endParaRPr lang="en-US" altLang="ko-KR" sz="1600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600" dirty="0"/>
              <a:t>바탕화면에 바로가기 등록</a:t>
            </a:r>
            <a:br>
              <a:rPr lang="en-US" altLang="ko-KR" sz="1600" dirty="0"/>
            </a:br>
            <a:r>
              <a:rPr lang="ko-KR" altLang="en-US" sz="1600" dirty="0"/>
              <a:t>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프로그램의 바로가기 아이콘을 바탕화면에 등록한다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5378980" y="4116585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1382204" y="6279254"/>
            <a:ext cx="3744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실행파일을 선택</a:t>
            </a:r>
            <a:r>
              <a:rPr lang="en-US" altLang="ko-KR" sz="1200" dirty="0"/>
              <a:t>, </a:t>
            </a:r>
            <a:r>
              <a:rPr lang="ko-KR" altLang="en-US" sz="1200" dirty="0"/>
              <a:t>마우스 오른쪽 버튼을 누르고</a:t>
            </a:r>
            <a:r>
              <a:rPr lang="en-US" altLang="ko-KR" sz="1200" dirty="0"/>
              <a:t>, 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보내기</a:t>
            </a:r>
            <a:r>
              <a:rPr lang="en-US" altLang="ko-KR" sz="1200" b="1" dirty="0">
                <a:solidFill>
                  <a:srgbClr val="0000FF"/>
                </a:solidFill>
              </a:rPr>
              <a:t>” -&gt; “</a:t>
            </a:r>
            <a:r>
              <a:rPr lang="ko-KR" altLang="en-US" sz="1200" b="1" dirty="0">
                <a:solidFill>
                  <a:srgbClr val="0000FF"/>
                </a:solidFill>
              </a:rPr>
              <a:t>바탕화면에 바로 가기 만들기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를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481989" y="6233087"/>
            <a:ext cx="3260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바탕화면에 바로가기 아이콘 생성 여부 확인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C03E1B-919A-4AEE-BBDB-0BEFAB1D0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62" y="3085774"/>
            <a:ext cx="3958447" cy="3029276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A88B782-10D1-41AF-ABEA-9CB5F2B49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15" y="3494307"/>
            <a:ext cx="2350932" cy="202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2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시작프로그램 설정 </a:t>
            </a:r>
            <a:r>
              <a:rPr lang="en-US" altLang="ko-KR" dirty="0"/>
              <a:t>– 2/2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시작프로그램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C2C77-6BCC-4696-9705-ACF25EAE8432}"/>
              </a:ext>
            </a:extLst>
          </p:cNvPr>
          <p:cNvSpPr txBox="1"/>
          <p:nvPr/>
        </p:nvSpPr>
        <p:spPr>
          <a:xfrm>
            <a:off x="988540" y="1716612"/>
            <a:ext cx="853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GMES </a:t>
            </a:r>
            <a:r>
              <a:rPr lang="ko-KR" altLang="en-US" sz="1400" dirty="0"/>
              <a:t>프로그램은 윈도우 시작 시</a:t>
            </a:r>
            <a:r>
              <a:rPr lang="en-US" altLang="ko-KR" sz="1400" dirty="0"/>
              <a:t>, </a:t>
            </a:r>
            <a:r>
              <a:rPr lang="ko-KR" altLang="en-US" sz="1400" dirty="0"/>
              <a:t>바로 실행되어야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시작프로그램에 넣어 바로 시작하도록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213499"/>
            <a:ext cx="423545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시작프로그램 등록 순서</a:t>
            </a:r>
            <a:endParaRPr lang="en-US" altLang="ko-KR" sz="1600" dirty="0"/>
          </a:p>
          <a:p>
            <a:r>
              <a:rPr lang="ko-KR" altLang="en-US" sz="1600" dirty="0"/>
              <a:t>②  </a:t>
            </a:r>
            <a:r>
              <a:rPr lang="en-US" altLang="ko-KR" sz="1600" dirty="0"/>
              <a:t>“</a:t>
            </a:r>
            <a:r>
              <a:rPr lang="ko-KR" altLang="en-US" sz="1600" dirty="0"/>
              <a:t>바로가기</a:t>
            </a:r>
            <a:r>
              <a:rPr lang="en-US" altLang="ko-KR" sz="1600" dirty="0"/>
              <a:t>” </a:t>
            </a:r>
            <a:r>
              <a:rPr lang="ko-KR" altLang="en-US" sz="1600" dirty="0"/>
              <a:t>를 시작프로그램에 등록한다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   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C273CD-70F5-4BB0-A832-532E2BB43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20" y="3264383"/>
            <a:ext cx="2371757" cy="1224516"/>
          </a:xfrm>
          <a:prstGeom prst="rect">
            <a:avLst/>
          </a:prstGeom>
          <a:ln>
            <a:solidFill>
              <a:srgbClr val="0000FF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AF6872-215B-43AB-BFC5-0AD8F8C04545}"/>
              </a:ext>
            </a:extLst>
          </p:cNvPr>
          <p:cNvSpPr txBox="1"/>
          <p:nvPr/>
        </p:nvSpPr>
        <p:spPr>
          <a:xfrm>
            <a:off x="827795" y="4887701"/>
            <a:ext cx="359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“Windows” + “R” </a:t>
            </a:r>
            <a:r>
              <a:rPr lang="ko-KR" altLang="en-US" sz="1200" dirty="0"/>
              <a:t>키를 눌러 </a:t>
            </a:r>
            <a:r>
              <a:rPr lang="en-US" altLang="ko-KR" sz="1200" dirty="0"/>
              <a:t>“</a:t>
            </a:r>
            <a:r>
              <a:rPr lang="ko-KR" altLang="en-US" sz="1200" dirty="0"/>
              <a:t>실행</a:t>
            </a:r>
            <a:r>
              <a:rPr lang="en-US" altLang="ko-KR" sz="1200" dirty="0"/>
              <a:t>” </a:t>
            </a:r>
            <a:r>
              <a:rPr lang="ko-KR" altLang="en-US" sz="1200" dirty="0"/>
              <a:t>창을 띄운 후</a:t>
            </a:r>
            <a:r>
              <a:rPr lang="en-US" altLang="ko-KR" sz="1200" dirty="0"/>
              <a:t>, 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en-US" altLang="ko-KR" sz="1200" b="1" dirty="0" err="1">
                <a:solidFill>
                  <a:srgbClr val="0000FF"/>
                </a:solidFill>
              </a:rPr>
              <a:t>shell:startup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을 입력하고</a:t>
            </a:r>
            <a:r>
              <a:rPr lang="en-US" altLang="ko-KR" sz="1200" dirty="0"/>
              <a:t>, “</a:t>
            </a:r>
            <a:r>
              <a:rPr lang="ko-KR" altLang="en-US" sz="1200" dirty="0"/>
              <a:t>확인</a:t>
            </a:r>
            <a:r>
              <a:rPr lang="en-US" altLang="ko-KR" sz="1200" dirty="0"/>
              <a:t>”</a:t>
            </a:r>
            <a:r>
              <a:rPr lang="ko-KR" altLang="en-US" sz="1200" dirty="0"/>
              <a:t>을 눌러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시작프로그램</a:t>
            </a:r>
            <a:r>
              <a:rPr lang="en-US" altLang="ko-KR" sz="1200" dirty="0"/>
              <a:t>”</a:t>
            </a:r>
            <a:r>
              <a:rPr lang="ko-KR" altLang="en-US" sz="1200" dirty="0"/>
              <a:t> 창을 띄운다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A5AF7-1DD9-498D-9676-A90E40E01EEE}"/>
              </a:ext>
            </a:extLst>
          </p:cNvPr>
          <p:cNvSpPr txBox="1"/>
          <p:nvPr/>
        </p:nvSpPr>
        <p:spPr>
          <a:xfrm>
            <a:off x="6329611" y="5881566"/>
            <a:ext cx="3285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바탕화면의 </a:t>
            </a:r>
            <a:r>
              <a:rPr lang="en-US" altLang="ko-KR" sz="1200" dirty="0"/>
              <a:t>“MIS.exe – </a:t>
            </a:r>
            <a:r>
              <a:rPr lang="ko-KR" altLang="en-US" sz="1200" dirty="0"/>
              <a:t>바로가기</a:t>
            </a:r>
            <a:r>
              <a:rPr lang="en-US" altLang="ko-KR" sz="1200" dirty="0"/>
              <a:t>”</a:t>
            </a:r>
            <a:r>
              <a:rPr lang="ko-KR" altLang="en-US" sz="1200" dirty="0"/>
              <a:t>를 복사하여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“</a:t>
            </a:r>
            <a:r>
              <a:rPr lang="ko-KR" altLang="en-US" sz="1200" dirty="0"/>
              <a:t>시작프로그램</a:t>
            </a:r>
            <a:r>
              <a:rPr lang="en-US" altLang="ko-KR" sz="1200" dirty="0"/>
              <a:t>”</a:t>
            </a:r>
            <a:r>
              <a:rPr lang="ko-KR" altLang="en-US" sz="1200" dirty="0"/>
              <a:t> 창에 붙여 넣는다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81255A7-E797-4163-BDAB-65D01722AF24}"/>
              </a:ext>
            </a:extLst>
          </p:cNvPr>
          <p:cNvSpPr/>
          <p:nvPr/>
        </p:nvSpPr>
        <p:spPr>
          <a:xfrm>
            <a:off x="4613169" y="3751003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E238672-013B-40A8-9982-D381FF6E1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187" y="3010849"/>
            <a:ext cx="4941233" cy="2523183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011669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윈도우 설정</a:t>
            </a:r>
            <a:r>
              <a:rPr lang="en-US" altLang="ko-KR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–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보안설정</a:t>
            </a:r>
            <a:endParaRPr lang="de-DE" sz="4000" b="1" dirty="0">
              <a:solidFill>
                <a:schemeClr val="bg1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920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1/5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관리자 권한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C2C77-6BCC-4696-9705-ACF25EAE8432}"/>
              </a:ext>
            </a:extLst>
          </p:cNvPr>
          <p:cNvSpPr txBox="1"/>
          <p:nvPr/>
        </p:nvSpPr>
        <p:spPr>
          <a:xfrm>
            <a:off x="988540" y="1716612"/>
            <a:ext cx="8738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GMES </a:t>
            </a:r>
            <a:r>
              <a:rPr lang="ko-KR" altLang="en-US" sz="1400" dirty="0"/>
              <a:t>프로그램은 </a:t>
            </a:r>
            <a:r>
              <a:rPr lang="en-US" altLang="ko-KR" sz="1400" dirty="0"/>
              <a:t>Host </a:t>
            </a:r>
            <a:r>
              <a:rPr lang="ko-KR" altLang="en-US" sz="1400" dirty="0"/>
              <a:t>요청에 의해</a:t>
            </a:r>
            <a:r>
              <a:rPr lang="en-US" altLang="ko-KR" sz="1400" dirty="0"/>
              <a:t>, </a:t>
            </a:r>
            <a:r>
              <a:rPr lang="ko-KR" altLang="en-US" sz="1400" dirty="0"/>
              <a:t>윈도우 시간 변경이 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관리자 권한으로 실행되어야 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그러므로</a:t>
            </a:r>
            <a:r>
              <a:rPr lang="en-US" altLang="ko-KR" sz="1400" dirty="0"/>
              <a:t>, GMES </a:t>
            </a:r>
            <a:r>
              <a:rPr lang="ko-KR" altLang="en-US" sz="1400" dirty="0"/>
              <a:t>프로그램은 관리자 권한으로 실행되도록 설정을 바꿔야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213499"/>
            <a:ext cx="64251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관리자 권한으로 실행 되도록 설정</a:t>
            </a:r>
            <a:endParaRPr lang="en-US" altLang="ko-KR" sz="1600" dirty="0"/>
          </a:p>
          <a:p>
            <a:r>
              <a:rPr lang="ko-KR" altLang="en-US" sz="1600" dirty="0"/>
              <a:t>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프로그램을 관리자 권한으로 실행되도록 설정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6479029" y="4249935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2164118" y="6228038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실행파일을 선택</a:t>
            </a:r>
            <a:r>
              <a:rPr lang="en-US" altLang="ko-KR" sz="1200" dirty="0"/>
              <a:t>, </a:t>
            </a:r>
            <a:r>
              <a:rPr lang="ko-KR" altLang="en-US" sz="1200" dirty="0"/>
              <a:t>마우스 오른쪽 버튼을 누르고</a:t>
            </a:r>
            <a:r>
              <a:rPr lang="en-US" altLang="ko-KR" sz="1200" dirty="0"/>
              <a:t>, 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속성</a:t>
            </a:r>
            <a:r>
              <a:rPr lang="en-US" altLang="ko-KR" sz="1200" b="1" dirty="0">
                <a:solidFill>
                  <a:srgbClr val="0000FF"/>
                </a:solidFill>
              </a:rPr>
              <a:t>(R)”</a:t>
            </a:r>
            <a:r>
              <a:rPr lang="ko-KR" altLang="en-US" sz="1200" dirty="0"/>
              <a:t>을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643936" y="6018915"/>
            <a:ext cx="3751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속성 창의 </a:t>
            </a:r>
            <a:r>
              <a:rPr lang="en-US" altLang="ko-KR" sz="1200" dirty="0"/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호환성</a:t>
            </a:r>
            <a:r>
              <a:rPr lang="en-US" altLang="ko-KR" sz="1200" dirty="0"/>
              <a:t>” </a:t>
            </a:r>
            <a:r>
              <a:rPr lang="ko-KR" altLang="en-US" sz="1200" dirty="0"/>
              <a:t>탭에서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관리자 권한으로 이 프로그램 실행</a:t>
            </a:r>
            <a:r>
              <a:rPr lang="en-US" altLang="ko-KR" sz="1200" dirty="0"/>
              <a:t>”</a:t>
            </a:r>
            <a:r>
              <a:rPr lang="ko-KR" altLang="en-US" sz="1200" dirty="0"/>
              <a:t>을 </a:t>
            </a:r>
            <a:r>
              <a:rPr lang="en-US" altLang="ko-KR" sz="1200" dirty="0"/>
              <a:t>Check </a:t>
            </a:r>
            <a:r>
              <a:rPr lang="ko-KR" altLang="en-US" sz="1200" dirty="0"/>
              <a:t>하고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확인</a:t>
            </a:r>
            <a:r>
              <a:rPr lang="en-US" altLang="ko-KR" sz="1200" dirty="0"/>
              <a:t>”</a:t>
            </a:r>
            <a:r>
              <a:rPr lang="ko-KR" altLang="en-US" sz="1200" dirty="0"/>
              <a:t>을 눌러 종료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17BF997-C5AD-4EC6-8F39-5C9F863B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834" y="3019458"/>
            <a:ext cx="1873537" cy="2661223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4EFD46-6CDE-48A5-95EF-8B242E7F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66" y="2879618"/>
            <a:ext cx="4299805" cy="3290506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94109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2/5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사용자 계정 컨트롤 변경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168652"/>
            <a:ext cx="92175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사용자 계정 컨트롤 변경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endParaRPr lang="en-US" altLang="ko-KR" sz="1600" dirty="0"/>
          </a:p>
          <a:p>
            <a:r>
              <a:rPr lang="ko-KR" altLang="en-US" sz="1600" dirty="0"/>
              <a:t> 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프로그램이 관리자 권한으로 실행될 때</a:t>
            </a:r>
            <a:r>
              <a:rPr lang="en-US" altLang="ko-KR" sz="1600" dirty="0"/>
              <a:t>, </a:t>
            </a:r>
            <a:r>
              <a:rPr lang="ko-KR" altLang="en-US" sz="1600" dirty="0"/>
              <a:t>보안검토 확인 창 없이 실행되도록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5739547" y="4171076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956900" y="5850931"/>
            <a:ext cx="4578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제어판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시스템 및 보안</a:t>
            </a:r>
            <a:r>
              <a:rPr lang="en-US" altLang="ko-KR" sz="1200" dirty="0"/>
              <a:t>” </a:t>
            </a:r>
            <a:r>
              <a:rPr lang="ko-KR" altLang="en-US" sz="1200" dirty="0"/>
              <a:t>창 내에서</a:t>
            </a:r>
            <a:r>
              <a:rPr lang="en-US" altLang="ko-KR" sz="1200" dirty="0"/>
              <a:t>,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보안 및 유지 관리</a:t>
            </a:r>
            <a:r>
              <a:rPr lang="en-US" altLang="ko-KR" sz="1200" b="1" dirty="0">
                <a:solidFill>
                  <a:srgbClr val="0000FF"/>
                </a:solidFill>
              </a:rPr>
              <a:t>” -&gt; “</a:t>
            </a:r>
            <a:r>
              <a:rPr lang="ko-KR" altLang="en-US" sz="1200" b="1" dirty="0">
                <a:solidFill>
                  <a:srgbClr val="0000FF"/>
                </a:solidFill>
              </a:rPr>
              <a:t>사용자 계정 컨트롤 설정 변경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을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570756" y="5850931"/>
            <a:ext cx="3916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알리지 않음</a:t>
            </a:r>
            <a:r>
              <a:rPr lang="en-US" altLang="ko-KR" sz="1200" b="1" dirty="0">
                <a:solidFill>
                  <a:srgbClr val="0000FF"/>
                </a:solidFill>
              </a:rPr>
              <a:t>” </a:t>
            </a:r>
            <a:r>
              <a:rPr lang="ko-KR" altLang="en-US" sz="1200" dirty="0"/>
              <a:t>으로 변경하고</a:t>
            </a:r>
            <a:r>
              <a:rPr lang="en-US" altLang="ko-KR" sz="1200" dirty="0"/>
              <a:t>, “</a:t>
            </a:r>
            <a:r>
              <a:rPr lang="ko-KR" altLang="en-US" sz="1200" dirty="0"/>
              <a:t>확인</a:t>
            </a:r>
            <a:r>
              <a:rPr lang="en-US" altLang="ko-KR" sz="1200" dirty="0"/>
              <a:t>”</a:t>
            </a:r>
            <a:r>
              <a:rPr lang="ko-KR" altLang="en-US" sz="1200" dirty="0"/>
              <a:t>을 눌러 종료한다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FE74C-6235-4FEE-AFEF-6105E697D335}"/>
              </a:ext>
            </a:extLst>
          </p:cNvPr>
          <p:cNvSpPr txBox="1"/>
          <p:nvPr/>
        </p:nvSpPr>
        <p:spPr>
          <a:xfrm>
            <a:off x="988540" y="1671789"/>
            <a:ext cx="7227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관리자 권한으로 실행 시</a:t>
            </a:r>
            <a:r>
              <a:rPr lang="en-US" altLang="ko-KR" sz="1400" dirty="0"/>
              <a:t>, </a:t>
            </a:r>
            <a:r>
              <a:rPr lang="ko-KR" altLang="en-US" sz="1400" dirty="0"/>
              <a:t>윈도우 기본 설정에 의해</a:t>
            </a:r>
            <a:r>
              <a:rPr lang="en-US" altLang="ko-KR" sz="1400" dirty="0"/>
              <a:t>, </a:t>
            </a:r>
            <a:r>
              <a:rPr lang="ko-KR" altLang="en-US" sz="1400" dirty="0"/>
              <a:t>매번 보안검토 확인창이 </a:t>
            </a:r>
            <a:r>
              <a:rPr lang="en-US" altLang="ko-KR" sz="1400" dirty="0"/>
              <a:t>Pop Up 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GMES </a:t>
            </a:r>
            <a:r>
              <a:rPr lang="ko-KR" altLang="en-US" sz="1400" dirty="0"/>
              <a:t>시스템은 보안검토 없이 자동실행 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보안검토 관련 설정 변경 필요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BCFCE0-B3B9-4A91-9DAD-796DE3E7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400" y="2999527"/>
            <a:ext cx="4033185" cy="2577653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17BD19-9F17-4CDB-BC35-2FEA607CF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760" y="2977053"/>
            <a:ext cx="3600450" cy="2668966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286014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3/5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로컬 정책 변경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1/2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168652"/>
            <a:ext cx="101104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로컬 정책 변경</a:t>
            </a:r>
            <a:endParaRPr lang="en-US" altLang="ko-KR" sz="1600" dirty="0"/>
          </a:p>
          <a:p>
            <a:r>
              <a:rPr lang="ko-KR" altLang="en-US" sz="1600" dirty="0"/>
              <a:t>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프로그램이 관리자 권한으로 실행될 때</a:t>
            </a:r>
            <a:r>
              <a:rPr lang="en-US" altLang="ko-KR" sz="1600" dirty="0"/>
              <a:t>, </a:t>
            </a:r>
            <a:r>
              <a:rPr lang="ko-KR" altLang="en-US" sz="1600" dirty="0"/>
              <a:t>보안검토 확인 창 없이 실행되도록 로컬 정책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5934574" y="4073796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1817726" y="5850931"/>
            <a:ext cx="3384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제어판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시스템 및 보안</a:t>
            </a:r>
            <a:r>
              <a:rPr lang="en-US" altLang="ko-KR" sz="1200" dirty="0"/>
              <a:t>” </a:t>
            </a:r>
            <a:r>
              <a:rPr lang="ko-KR" altLang="en-US" sz="1200" dirty="0"/>
              <a:t>창 내에서</a:t>
            </a:r>
            <a:r>
              <a:rPr lang="en-US" altLang="ko-KR" sz="1200" dirty="0"/>
              <a:t>,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관리도구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를 선택하여</a:t>
            </a:r>
            <a:r>
              <a:rPr lang="en-US" altLang="ko-KR" sz="1200" dirty="0"/>
              <a:t>, </a:t>
            </a:r>
            <a:r>
              <a:rPr lang="ko-KR" altLang="en-US" sz="1200" dirty="0"/>
              <a:t>관리도구 창을 띄운다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965946" y="5850931"/>
            <a:ext cx="3837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관리도구</a:t>
            </a:r>
            <a:r>
              <a:rPr lang="en-US" altLang="ko-KR" sz="1200" dirty="0"/>
              <a:t>” </a:t>
            </a:r>
            <a:r>
              <a:rPr lang="ko-KR" altLang="en-US" sz="1200" dirty="0"/>
              <a:t>창 내에서 </a:t>
            </a:r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로컬 정책 변경</a:t>
            </a:r>
            <a:r>
              <a:rPr lang="en-US" altLang="ko-KR" sz="1200" b="1" dirty="0">
                <a:solidFill>
                  <a:srgbClr val="0000FF"/>
                </a:solidFill>
              </a:rPr>
              <a:t>” </a:t>
            </a:r>
            <a:r>
              <a:rPr lang="ko-KR" altLang="en-US" sz="1200" dirty="0"/>
              <a:t>을 선택하여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로컬 정책 변경 창을 띄운다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FE74C-6235-4FEE-AFEF-6105E697D335}"/>
              </a:ext>
            </a:extLst>
          </p:cNvPr>
          <p:cNvSpPr txBox="1"/>
          <p:nvPr/>
        </p:nvSpPr>
        <p:spPr>
          <a:xfrm>
            <a:off x="988540" y="1671789"/>
            <a:ext cx="7227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관리자 권한으로 실행 시</a:t>
            </a:r>
            <a:r>
              <a:rPr lang="en-US" altLang="ko-KR" sz="1400" dirty="0"/>
              <a:t>, </a:t>
            </a:r>
            <a:r>
              <a:rPr lang="ko-KR" altLang="en-US" sz="1400" dirty="0"/>
              <a:t>윈도우 기본 설정에 의해</a:t>
            </a:r>
            <a:r>
              <a:rPr lang="en-US" altLang="ko-KR" sz="1400" dirty="0"/>
              <a:t>, </a:t>
            </a:r>
            <a:r>
              <a:rPr lang="ko-KR" altLang="en-US" sz="1400" dirty="0"/>
              <a:t>매번 보안검토 확인창이 </a:t>
            </a:r>
            <a:r>
              <a:rPr lang="en-US" altLang="ko-KR" sz="1400" dirty="0"/>
              <a:t>Pop Up 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GMES </a:t>
            </a:r>
            <a:r>
              <a:rPr lang="ko-KR" altLang="en-US" sz="1400" dirty="0"/>
              <a:t>시스템은 보안검토 없이 자동실행 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보안검토 관련 설정 변경 필요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771BAC-CA08-4317-9762-D69D6E65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714" y="2927849"/>
            <a:ext cx="4348910" cy="2779437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EC5CD4-688F-4531-9913-707D5CD2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851" y="2917646"/>
            <a:ext cx="4348910" cy="2779437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53480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4/5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로컬 정책 변경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2/2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1770647"/>
            <a:ext cx="101104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로컬 정책 변경</a:t>
            </a:r>
            <a:endParaRPr lang="en-US" altLang="ko-KR" sz="1600" dirty="0"/>
          </a:p>
          <a:p>
            <a:r>
              <a:rPr lang="ko-KR" altLang="en-US" sz="1600" dirty="0"/>
              <a:t> 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프로그램이 관리자 권한으로 실행될 때</a:t>
            </a:r>
            <a:r>
              <a:rPr lang="en-US" altLang="ko-KR" sz="1600" dirty="0"/>
              <a:t>, </a:t>
            </a:r>
            <a:r>
              <a:rPr lang="ko-KR" altLang="en-US" sz="1600" dirty="0"/>
              <a:t>보안검토 확인 창 없이 실행되도록 로컬 정책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7037426" y="2828680"/>
            <a:ext cx="45528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보안설정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로컬 정책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보안 옵션</a:t>
            </a:r>
            <a:r>
              <a:rPr lang="en-US" altLang="ko-KR" sz="1200" dirty="0"/>
              <a:t>” </a:t>
            </a:r>
            <a:r>
              <a:rPr lang="ko-KR" altLang="en-US" sz="1200" dirty="0"/>
              <a:t>을 선택</a:t>
            </a:r>
            <a:r>
              <a:rPr lang="en-US" altLang="ko-KR" sz="1200" dirty="0"/>
              <a:t>,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사용자 계정 컨트롤 </a:t>
            </a:r>
            <a:r>
              <a:rPr lang="en-US" altLang="ko-KR" sz="1200" b="1" dirty="0">
                <a:solidFill>
                  <a:srgbClr val="0000FF"/>
                </a:solidFill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</a:rPr>
              <a:t>관리 승인 모드에서 모든 관리자 실행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을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사용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사용 안 함</a:t>
            </a:r>
            <a:r>
              <a:rPr lang="en-US" altLang="ko-KR" sz="1200" dirty="0"/>
              <a:t>”</a:t>
            </a:r>
            <a:r>
              <a:rPr lang="ko-KR" altLang="en-US" sz="1200" dirty="0"/>
              <a:t>으로 변경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※ </a:t>
            </a:r>
            <a:r>
              <a:rPr lang="ko-KR" altLang="en-US" sz="1200" b="1" dirty="0">
                <a:solidFill>
                  <a:srgbClr val="FF0000"/>
                </a:solidFill>
              </a:rPr>
              <a:t>변경 후</a:t>
            </a:r>
            <a:r>
              <a:rPr lang="en-US" altLang="ko-KR" sz="1200" b="1" dirty="0">
                <a:solidFill>
                  <a:srgbClr val="FF0000"/>
                </a:solidFill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</a:rPr>
              <a:t>반드시 윈도우 재시작 필요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4C2153-EE8B-4D3B-A5D3-67A08547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95" y="2828680"/>
            <a:ext cx="5319555" cy="3204210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17725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5/5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최종 실행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1770647"/>
            <a:ext cx="72710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실행 확인</a:t>
            </a:r>
            <a:endParaRPr lang="en-US" altLang="ko-KR" sz="1600" dirty="0"/>
          </a:p>
          <a:p>
            <a:r>
              <a:rPr lang="ko-KR" altLang="en-US" sz="1600" dirty="0"/>
              <a:t>    윈도우 재시작 후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GMESSystem</a:t>
            </a:r>
            <a:r>
              <a:rPr lang="ko-KR" altLang="en-US" sz="1600" dirty="0"/>
              <a:t> 실행파일이 자동실행 되었는지 확인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1F21C2-2248-40B9-9FD7-BC86266A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10" y="2518875"/>
            <a:ext cx="3505689" cy="2657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7A3DF0-30D9-4BE6-A775-DF0E828D928F}"/>
              </a:ext>
            </a:extLst>
          </p:cNvPr>
          <p:cNvSpPr txBox="1"/>
          <p:nvPr/>
        </p:nvSpPr>
        <p:spPr>
          <a:xfrm>
            <a:off x="1560551" y="5553740"/>
            <a:ext cx="7316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윈도우 재시작 후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 트레이 아이콘에 </a:t>
            </a:r>
            <a:r>
              <a:rPr lang="en-US" altLang="ko-KR" sz="1200" dirty="0"/>
              <a:t>GMES Interface System</a:t>
            </a:r>
            <a:r>
              <a:rPr lang="ko-KR" altLang="en-US" sz="1200" dirty="0"/>
              <a:t>이 등록되어 있으면</a:t>
            </a:r>
            <a:r>
              <a:rPr lang="en-US" altLang="ko-KR" sz="1200" dirty="0"/>
              <a:t>, </a:t>
            </a:r>
            <a:r>
              <a:rPr lang="ko-KR" altLang="en-US" sz="1200" dirty="0"/>
              <a:t>자동실행 정상임</a:t>
            </a:r>
            <a:r>
              <a:rPr lang="en-US" altLang="ko-KR" sz="1200" dirty="0"/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09BB3C-3F8B-4CD3-A4DC-9DC0FA527098}"/>
              </a:ext>
            </a:extLst>
          </p:cNvPr>
          <p:cNvSpPr/>
          <p:nvPr/>
        </p:nvSpPr>
        <p:spPr>
          <a:xfrm>
            <a:off x="2581276" y="4391025"/>
            <a:ext cx="419100" cy="41448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FD0624B-9D6A-47FB-809B-CB43B9355518}"/>
              </a:ext>
            </a:extLst>
          </p:cNvPr>
          <p:cNvCxnSpPr/>
          <p:nvPr/>
        </p:nvCxnSpPr>
        <p:spPr>
          <a:xfrm flipH="1">
            <a:off x="3133725" y="3333750"/>
            <a:ext cx="2667000" cy="120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E77337-605B-4146-95A3-F384DFE9811A}"/>
              </a:ext>
            </a:extLst>
          </p:cNvPr>
          <p:cNvSpPr txBox="1"/>
          <p:nvPr/>
        </p:nvSpPr>
        <p:spPr>
          <a:xfrm>
            <a:off x="6024952" y="3149084"/>
            <a:ext cx="338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GMES Interface System </a:t>
            </a:r>
            <a:r>
              <a:rPr lang="ko-KR" altLang="en-US" dirty="0"/>
              <a:t>아이콘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BB32F-959D-B4E2-0CBE-3917B80D62E2}"/>
              </a:ext>
            </a:extLst>
          </p:cNvPr>
          <p:cNvSpPr txBox="1"/>
          <p:nvPr/>
        </p:nvSpPr>
        <p:spPr>
          <a:xfrm>
            <a:off x="6096000" y="3616965"/>
            <a:ext cx="469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시스템 트레이 아이콘 더블클릭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프로그램 화면이 </a:t>
            </a:r>
            <a:r>
              <a:rPr lang="en-US" altLang="ko-KR" sz="1200" dirty="0"/>
              <a:t>Pop Up</a:t>
            </a:r>
            <a:r>
              <a:rPr lang="ko-KR" altLang="en-US" sz="1200" dirty="0"/>
              <a:t>되고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프로그램의 최소화 버튼을 누르면</a:t>
            </a:r>
            <a:r>
              <a:rPr lang="en-US" altLang="ko-KR" sz="1200" dirty="0"/>
              <a:t>, </a:t>
            </a:r>
            <a:r>
              <a:rPr lang="ko-KR" altLang="en-US" sz="1200" dirty="0"/>
              <a:t>다시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 트레이로 숨는다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9208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C0603083-75E2-4E76-9852-BEB5ED56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585" y="2083778"/>
            <a:ext cx="4776828" cy="3041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제목 13">
            <a:extLst>
              <a:ext uri="{FF2B5EF4-FFF2-40B4-BE49-F238E27FC236}">
                <a16:creationId xmlns:a16="http://schemas.microsoft.com/office/drawing/2014/main" id="{AC4DAF68-6DCB-4B90-A794-8DC80E0DEB5F}"/>
              </a:ext>
            </a:extLst>
          </p:cNvPr>
          <p:cNvSpPr txBox="1">
            <a:spLocks/>
          </p:cNvSpPr>
          <p:nvPr/>
        </p:nvSpPr>
        <p:spPr>
          <a:xfrm>
            <a:off x="4698679" y="5248707"/>
            <a:ext cx="2592288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감사합니다</a:t>
            </a:r>
            <a:r>
              <a:rPr kumimoji="0" lang="en-US" altLang="ko-KR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 </a:t>
            </a:r>
            <a:endParaRPr kumimoji="0" lang="ko-KR" altLang="en-US" sz="2400" b="1" i="0" u="none" strike="noStrike" kern="1200" normalizeH="0" baseline="0" noProof="0" dirty="0"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6004" y="867704"/>
            <a:ext cx="4958409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귀사 제품의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품질확보</a:t>
            </a:r>
            <a:r>
              <a:rPr kumimoji="1" lang="ko-KR" altLang="en-US" b="1" dirty="0">
                <a:latin typeface="+mn-ea"/>
              </a:rPr>
              <a:t> 및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생산성 향상</a:t>
            </a:r>
            <a:r>
              <a:rPr kumimoji="1" lang="ko-KR" altLang="en-US" b="1" dirty="0">
                <a:latin typeface="+mn-ea"/>
              </a:rPr>
              <a:t>을</a:t>
            </a:r>
            <a:endParaRPr kumimoji="1" lang="en-US" altLang="ko-KR" b="1" dirty="0">
              <a:latin typeface="+mn-ea"/>
            </a:endParaRPr>
          </a:p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극대화 하는 최적의 솔루션을 공급하겠습니다</a:t>
            </a:r>
            <a:r>
              <a:rPr kumimoji="1" lang="en-US" altLang="ko-KR" b="1" dirty="0">
                <a:latin typeface="+mn-ea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8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3571</TotalTime>
  <Words>671</Words>
  <Application>Microsoft Office PowerPoint</Application>
  <PresentationFormat>와이드스크린</PresentationFormat>
  <Paragraphs>92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Adobe Heiti Std R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1. 시작프로그램 설정 – 1/2</vt:lpstr>
      <vt:lpstr>1. 시작프로그램 설정 – 2/2</vt:lpstr>
      <vt:lpstr>PowerPoint 프레젠테이션</vt:lpstr>
      <vt:lpstr>2. 보안 설정 – 1/5</vt:lpstr>
      <vt:lpstr>2. 보안 설정 – 2/5</vt:lpstr>
      <vt:lpstr>2. 보안 설정 – 3/5</vt:lpstr>
      <vt:lpstr>2. 보안 설정 – 4/5</vt:lpstr>
      <vt:lpstr>2. 보안 설정 – 5/5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명진</dc:creator>
  <cp:lastModifiedBy>재현 김</cp:lastModifiedBy>
  <cp:revision>136</cp:revision>
  <dcterms:created xsi:type="dcterms:W3CDTF">2019-07-08T14:59:17Z</dcterms:created>
  <dcterms:modified xsi:type="dcterms:W3CDTF">2026-02-26T16:46:26Z</dcterms:modified>
</cp:coreProperties>
</file>