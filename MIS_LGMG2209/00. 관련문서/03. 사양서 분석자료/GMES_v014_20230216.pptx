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sldIdLst>
    <p:sldId id="302" r:id="rId2"/>
    <p:sldId id="310" r:id="rId3"/>
    <p:sldId id="270" r:id="rId4"/>
    <p:sldId id="328" r:id="rId5"/>
    <p:sldId id="334" r:id="rId6"/>
    <p:sldId id="354" r:id="rId7"/>
    <p:sldId id="355" r:id="rId8"/>
    <p:sldId id="376" r:id="rId9"/>
    <p:sldId id="377" r:id="rId10"/>
    <p:sldId id="338" r:id="rId11"/>
    <p:sldId id="346" r:id="rId12"/>
    <p:sldId id="364" r:id="rId13"/>
    <p:sldId id="365" r:id="rId14"/>
    <p:sldId id="339" r:id="rId15"/>
    <p:sldId id="340" r:id="rId16"/>
    <p:sldId id="341" r:id="rId17"/>
    <p:sldId id="369" r:id="rId18"/>
    <p:sldId id="372" r:id="rId19"/>
    <p:sldId id="373" r:id="rId20"/>
    <p:sldId id="374" r:id="rId21"/>
    <p:sldId id="375" r:id="rId22"/>
    <p:sldId id="380" r:id="rId23"/>
    <p:sldId id="381" r:id="rId24"/>
    <p:sldId id="370" r:id="rId25"/>
    <p:sldId id="371" r:id="rId26"/>
    <p:sldId id="343" r:id="rId27"/>
    <p:sldId id="344" r:id="rId28"/>
    <p:sldId id="367" r:id="rId29"/>
    <p:sldId id="368" r:id="rId30"/>
    <p:sldId id="345" r:id="rId31"/>
    <p:sldId id="347" r:id="rId32"/>
    <p:sldId id="378" r:id="rId33"/>
    <p:sldId id="379" r:id="rId34"/>
    <p:sldId id="337" r:id="rId35"/>
    <p:sldId id="356" r:id="rId36"/>
    <p:sldId id="311" r:id="rId37"/>
    <p:sldId id="357" r:id="rId38"/>
    <p:sldId id="358" r:id="rId39"/>
    <p:sldId id="359" r:id="rId40"/>
    <p:sldId id="360" r:id="rId41"/>
    <p:sldId id="361" r:id="rId42"/>
    <p:sldId id="362" r:id="rId43"/>
    <p:sldId id="363" r:id="rId44"/>
    <p:sldId id="309" r:id="rId4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60000"/>
    <a:srgbClr val="CC0000"/>
    <a:srgbClr val="FF2621"/>
    <a:srgbClr val="605F5F"/>
    <a:srgbClr val="999999"/>
    <a:srgbClr val="9F9F9F"/>
    <a:srgbClr val="B3B1B2"/>
    <a:srgbClr val="BEBCBD"/>
    <a:srgbClr val="DBBB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20" autoAdjust="0"/>
    <p:restoredTop sz="92000" autoAdjust="0"/>
  </p:normalViewPr>
  <p:slideViewPr>
    <p:cSldViewPr snapToGrid="0">
      <p:cViewPr varScale="1">
        <p:scale>
          <a:sx n="102" d="100"/>
          <a:sy n="102" d="100"/>
        </p:scale>
        <p:origin x="117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DB0A33-9B35-478B-B925-653420027C7E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E384E5-D9D9-4855-BFBE-E8F30A5353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5304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4F1DBD-692B-462B-B598-2A6CBC726E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724" y="514769"/>
            <a:ext cx="8714874" cy="562057"/>
          </a:xfrm>
        </p:spPr>
        <p:txBody>
          <a:bodyPr anchor="b">
            <a:normAutofit/>
          </a:bodyPr>
          <a:lstStyle>
            <a:lvl1pPr algn="l"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9FAB1CA-EF17-4C61-B5E5-244BF526B3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6299" y="347913"/>
            <a:ext cx="9144000" cy="232026"/>
          </a:xfrm>
        </p:spPr>
        <p:txBody>
          <a:bodyPr>
            <a:normAutofit/>
          </a:bodyPr>
          <a:lstStyle>
            <a:lvl1pPr marL="0" indent="0" algn="l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36834B-B30B-4084-A43C-CF55AD21F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A4C749-7642-45AF-B37C-78253B5F8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C9A0E6-B972-4B1B-93EE-C81B31213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17079" y="6364204"/>
            <a:ext cx="495299" cy="365125"/>
          </a:xfrm>
        </p:spPr>
        <p:txBody>
          <a:bodyPr/>
          <a:lstStyle/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022FD2C-01DE-42B3-9688-37DC7D16DF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13552" y="6375400"/>
            <a:ext cx="870906" cy="317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127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530E27-43D0-4F40-99BB-73CBEBADA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D91BC0-45E3-47DF-80E5-2FEC6F7F7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B8B56F-1184-4C5A-8B01-299AA65A7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C3A633-E43F-4B6F-91AB-DD6F9A8F7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EFA60D-FB23-4A95-AA54-8B547C26E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1791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229E0D-8AC4-4C85-8177-34E173F05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9C76ED-7009-4A12-8DA5-3BBC1CD928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9F7C31-B80F-4EA8-AAD6-16636F05B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F4E397-8E6D-490D-A7E0-9D32A5B9D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E92B07-ADE2-4E26-8645-D8DDA1160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0724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2EAF6A-A7B1-4A18-B7D2-024F91A57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90DA0D-D8AE-434F-8399-EB45E58B68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2E33109-578E-471A-8A8E-F81AD26519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903F350-2FA2-43F5-9C28-D6F700C59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7A1089-50D8-4F35-A641-043F9617E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4AE553E-83B8-49ED-84F5-623AA195C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2681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62F7E0-ED16-4ADC-AD39-9E28E6017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7A260D5-774E-4FDD-8C87-2EE86E8CC3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DD79DEB-E3DC-49A4-887C-0B01FFD85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5FD8359-B53E-4D69-9A21-B278D0C1F0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A1047C9-375F-467F-976F-34CB8DCFC9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7F1B81B-A36E-472D-AFC2-47A7D8420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7F288A5-A0BE-43D0-B3DB-BA1A42DF0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794A240-A595-4699-8345-3B1A6C86D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1656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71648C-6A42-4626-AAB9-DD0B95ECC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35E9728-D49A-4066-BC5C-881F99C91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F0088CB-9B38-4D7D-B4CA-6CD99DA49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A1EA38A-3926-4486-B293-51063ECA3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2488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1A6B8E-94E3-4329-AD16-2E8D6B494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A5182D1-42FA-47F2-924E-4B11FED10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75D54D-C081-48AF-9CEA-A6CF2BA6A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339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F8E886-7EDD-462B-B3BB-D1CBD7B48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A24F62-7B7A-46AB-9B60-08AF6470B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2137DDA-F6CB-42D0-BECA-7DC704DE8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2E9993F-7AD7-45FE-83E4-B961F19CB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F2B997-9F5B-4BE4-A47E-D64E0C77E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F68068-429E-411E-B06B-D193F96A3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2243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E2462F-A83C-4A49-BFBD-59C5E2BD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2F199D6-E9C3-49C4-81C9-DDFC8262A4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F2C50BB-E4FC-45B5-BF4F-4CB32CBCD5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0B02DD6-2C23-4309-A6B4-A600B7325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3A7EAF2-DACB-4AA8-97B8-67CB3F633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B87FCFE-D50E-42A0-88B6-891E95F01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3415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DEAA8-2369-4D71-B5C2-81180DB5C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01EE823-E54C-41A8-892C-546A930898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E7556D-EFA7-4564-A73F-76F695398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04CDCE-1E33-4D97-8DDF-423B2990F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45C2FC-63A6-412A-ADD2-E6C05F0C9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6277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0DBB610-D887-4C0A-95DF-37E0D9B9F1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788FA28-FFB5-4445-9EEF-BFCF14A706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82D33D-BD38-4859-A2CD-B074CFF5A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721167-3B9F-407D-A847-AC3DE18B8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A64035-58F3-43CF-AF4D-512BB6037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5733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1DF7D47-602D-435D-B674-AEA7710EA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76A80D7-4E9F-46DB-855E-B5D8D2ACA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E01F84-4470-4D23-8D7E-6CCB5A859F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1D43CD-4D2F-4BC4-A4D9-D0EE88203A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E95B84-B555-455E-B239-88AD61AB83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934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fft6804@hubis.co.kr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8">
            <a:extLst>
              <a:ext uri="{FF2B5EF4-FFF2-40B4-BE49-F238E27FC236}">
                <a16:creationId xmlns:a16="http://schemas.microsoft.com/office/drawing/2014/main" id="{F6B6FAAD-5CD2-4CA7-A74D-68F173A949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124" y="3159995"/>
            <a:ext cx="578235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3600" dirty="0">
                <a:solidFill>
                  <a:schemeClr val="tx1">
                    <a:lumMod val="50000"/>
                    <a:lumOff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GMES </a:t>
            </a:r>
            <a:r>
              <a:rPr lang="ko-KR" altLang="en-US" sz="3600" dirty="0">
                <a:solidFill>
                  <a:schemeClr val="tx1">
                    <a:lumMod val="50000"/>
                    <a:lumOff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인터페이스 시나리오</a:t>
            </a:r>
            <a:endParaRPr lang="en-US" altLang="ko-KR" sz="3600" dirty="0">
              <a:solidFill>
                <a:schemeClr val="tx1">
                  <a:lumMod val="50000"/>
                  <a:lumOff val="50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D6844E09-C4BE-4067-B5E4-736F3F66A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9294" y="6000750"/>
            <a:ext cx="1355531" cy="494585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57247C8D-D267-4CF1-AF93-6A48587BC7B9}"/>
              </a:ext>
            </a:extLst>
          </p:cNvPr>
          <p:cNvSpPr/>
          <p:nvPr/>
        </p:nvSpPr>
        <p:spPr>
          <a:xfrm>
            <a:off x="321022" y="5677321"/>
            <a:ext cx="45719" cy="81801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24" y="101476"/>
            <a:ext cx="11974178" cy="29408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6FDEE34-3C29-41A6-8C02-AB3FBCC7F945}"/>
              </a:ext>
            </a:extLst>
          </p:cNvPr>
          <p:cNvSpPr txBox="1"/>
          <p:nvPr/>
        </p:nvSpPr>
        <p:spPr>
          <a:xfrm>
            <a:off x="366741" y="5446985"/>
            <a:ext cx="163519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2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박종문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en-US" altLang="ko-KR" sz="1200" b="1" dirty="0">
                <a:latin typeface="맑은 고딕" panose="020B0503020000020004" pitchFamily="50" charset="-127"/>
              </a:rPr>
              <a:t>SW</a:t>
            </a:r>
            <a:r>
              <a:rPr lang="ko-KR" altLang="en-US" sz="1200" b="1" dirty="0">
                <a:latin typeface="맑은 고딕" panose="020B0503020000020004" pitchFamily="50" charset="-127"/>
              </a:rPr>
              <a:t>기술팀</a:t>
            </a:r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200" b="1" dirty="0">
                <a:latin typeface="맑은 고딕" panose="020B0503020000020004" pitchFamily="50" charset="-127"/>
              </a:rPr>
              <a:t>jmpark@hubis.co.kr</a:t>
            </a:r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2020.11.19</a:t>
            </a:r>
          </a:p>
          <a:p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904B0A1-1492-CF96-73F1-728153880404}"/>
              </a:ext>
            </a:extLst>
          </p:cNvPr>
          <p:cNvSpPr/>
          <p:nvPr/>
        </p:nvSpPr>
        <p:spPr>
          <a:xfrm>
            <a:off x="2205578" y="5677321"/>
            <a:ext cx="45719" cy="81801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DCD42E-8102-9A5B-23C2-1C294D28DFBC}"/>
              </a:ext>
            </a:extLst>
          </p:cNvPr>
          <p:cNvSpPr txBox="1"/>
          <p:nvPr/>
        </p:nvSpPr>
        <p:spPr>
          <a:xfrm>
            <a:off x="2251297" y="5446985"/>
            <a:ext cx="152638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이승준 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en-US" altLang="ko-KR" sz="1200" b="1" dirty="0">
                <a:latin typeface="맑은 고딕" panose="020B0503020000020004" pitchFamily="50" charset="-127"/>
              </a:rPr>
              <a:t>SW</a:t>
            </a:r>
            <a:r>
              <a:rPr lang="ko-KR" altLang="en-US" sz="1200" b="1" dirty="0">
                <a:latin typeface="맑은 고딕" panose="020B0503020000020004" pitchFamily="50" charset="-127"/>
              </a:rPr>
              <a:t>기술팀</a:t>
            </a:r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200" b="1" dirty="0">
                <a:latin typeface="맑은 고딕" panose="020B0503020000020004" pitchFamily="50" charset="-127"/>
              </a:rPr>
              <a:t>sjyi@hubis.co.kr</a:t>
            </a:r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altLang="ko-KR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2023.02.16</a:t>
            </a:r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69082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8753"/>
            <a:ext cx="12192000" cy="20941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16290" y="725970"/>
            <a:ext cx="17557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INDEX</a:t>
            </a:r>
            <a:endParaRPr lang="ko-KR" altLang="en-US" sz="4000" dirty="0"/>
          </a:p>
        </p:txBody>
      </p:sp>
      <p:sp>
        <p:nvSpPr>
          <p:cNvPr id="11" name="Textfeld 6">
            <a:extLst>
              <a:ext uri="{FF2B5EF4-FFF2-40B4-BE49-F238E27FC236}">
                <a16:creationId xmlns:a16="http://schemas.microsoft.com/office/drawing/2014/main" id="{CCBD8AD4-9FE7-43C0-8328-B7F58E707C11}"/>
              </a:ext>
            </a:extLst>
          </p:cNvPr>
          <p:cNvSpPr txBox="1"/>
          <p:nvPr/>
        </p:nvSpPr>
        <p:spPr>
          <a:xfrm>
            <a:off x="2110202" y="2441887"/>
            <a:ext cx="8427700" cy="2951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9pPr>
          </a:lstStyle>
          <a:p>
            <a:pPr marL="742950" indent="-742950">
              <a:lnSpc>
                <a:spcPct val="150000"/>
              </a:lnSpc>
              <a:buAutoNum type="arabicPeriod"/>
            </a:pPr>
            <a:r>
              <a:rPr lang="en-US" altLang="ko-KR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System Configuration</a:t>
            </a:r>
          </a:p>
          <a:p>
            <a:pPr marL="742950" indent="-742950">
              <a:lnSpc>
                <a:spcPct val="150000"/>
              </a:lnSpc>
              <a:buAutoNum type="arabicPeriod"/>
            </a:pPr>
            <a:r>
              <a:rPr lang="en-US" altLang="ko-KR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GMES Communication Scenario</a:t>
            </a:r>
            <a:endParaRPr lang="en-US" altLang="ko-KR" sz="32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  <a:p>
            <a:pPr marL="742950" indent="-742950">
              <a:lnSpc>
                <a:spcPct val="150000"/>
              </a:lnSpc>
              <a:buAutoNum type="arabicPeriod"/>
            </a:pPr>
            <a:r>
              <a:rPr lang="en-US" altLang="ko-KR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PLC Communication Scenario</a:t>
            </a:r>
            <a:endParaRPr lang="en-US" altLang="ko-KR" sz="32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Arial" panose="020B0604020202020204" pitchFamily="34" charset="0"/>
            </a:endParaRPr>
          </a:p>
          <a:p>
            <a:pPr marL="742950" indent="-742950">
              <a:lnSpc>
                <a:spcPct val="150000"/>
              </a:lnSpc>
              <a:buAutoNum type="arabicPeriod"/>
            </a:pPr>
            <a:r>
              <a:rPr lang="en-US" altLang="ko-KR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Message Structure</a:t>
            </a:r>
            <a:endParaRPr lang="en-US" altLang="ko-KR" sz="32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1112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CEBBF3D-F8E4-4E56-AB78-E8427C2F4B6F}"/>
              </a:ext>
            </a:extLst>
          </p:cNvPr>
          <p:cNvSpPr/>
          <p:nvPr/>
        </p:nvSpPr>
        <p:spPr>
          <a:xfrm>
            <a:off x="0" y="3879395"/>
            <a:ext cx="10734675" cy="133077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feld 6">
            <a:extLst>
              <a:ext uri="{FF2B5EF4-FFF2-40B4-BE49-F238E27FC236}">
                <a16:creationId xmlns:a16="http://schemas.microsoft.com/office/drawing/2014/main" id="{1B8C4328-CDA4-444F-8733-13141F4F244A}"/>
              </a:ext>
            </a:extLst>
          </p:cNvPr>
          <p:cNvSpPr txBox="1"/>
          <p:nvPr/>
        </p:nvSpPr>
        <p:spPr>
          <a:xfrm>
            <a:off x="504825" y="2776764"/>
            <a:ext cx="143880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9pPr>
          </a:lstStyle>
          <a:p>
            <a:pPr algn="r"/>
            <a:r>
              <a:rPr lang="de-DE" sz="86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6" name="Textfeld 6">
            <a:extLst>
              <a:ext uri="{FF2B5EF4-FFF2-40B4-BE49-F238E27FC236}">
                <a16:creationId xmlns:a16="http://schemas.microsoft.com/office/drawing/2014/main" id="{AFBE382C-DF31-481D-9390-4C9B8C903ED3}"/>
              </a:ext>
            </a:extLst>
          </p:cNvPr>
          <p:cNvSpPr txBox="1"/>
          <p:nvPr/>
        </p:nvSpPr>
        <p:spPr>
          <a:xfrm>
            <a:off x="228599" y="3879395"/>
            <a:ext cx="111537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9pPr>
          </a:lstStyle>
          <a:p>
            <a:r>
              <a:rPr lang="de-DE" sz="4000" b="1" dirty="0">
                <a:solidFill>
                  <a:schemeClr val="bg1"/>
                </a:solidFill>
                <a:latin typeface="Adobe Heiti Std R" panose="020B0400000000000000" pitchFamily="34" charset="-128"/>
                <a:ea typeface="Adobe Heiti Std R" panose="020B0400000000000000" pitchFamily="34" charset="-128"/>
              </a:rPr>
              <a:t>GMES – System Configuration</a:t>
            </a:r>
          </a:p>
        </p:txBody>
      </p:sp>
    </p:spTree>
    <p:extLst>
      <p:ext uri="{BB962C8B-B14F-4D97-AF65-F5344CB8AC3E}">
        <p14:creationId xmlns:p14="http://schemas.microsoft.com/office/powerpoint/2010/main" val="2609362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System Configuration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</a:p>
          <a:p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Configuration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784BDB2-E7E5-4DD4-85E0-D32CF98F23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5113" y="642466"/>
            <a:ext cx="5969163" cy="57007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D8C3EB-835E-4B7A-A491-DC63B9178C59}"/>
              </a:ext>
            </a:extLst>
          </p:cNvPr>
          <p:cNvSpPr txBox="1"/>
          <p:nvPr/>
        </p:nvSpPr>
        <p:spPr>
          <a:xfrm>
            <a:off x="724399" y="1870501"/>
            <a:ext cx="4974632" cy="29546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dirty="0">
                <a:solidFill>
                  <a:srgbClr val="0000FF"/>
                </a:solidFill>
              </a:rPr>
              <a:t>GMES </a:t>
            </a:r>
            <a:r>
              <a:rPr lang="ko-KR" altLang="en-US" dirty="0">
                <a:solidFill>
                  <a:srgbClr val="0000FF"/>
                </a:solidFill>
              </a:rPr>
              <a:t>시스템 구성</a:t>
            </a:r>
            <a:r>
              <a:rPr lang="en-US" altLang="ko-KR" dirty="0">
                <a:solidFill>
                  <a:srgbClr val="0000FF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원래</a:t>
            </a:r>
            <a:r>
              <a:rPr lang="en-US" altLang="ko-KR" sz="1400" dirty="0"/>
              <a:t>, </a:t>
            </a:r>
            <a:r>
              <a:rPr lang="ko-KR" altLang="en-US" sz="1400" dirty="0"/>
              <a:t>공장 내에 </a:t>
            </a:r>
            <a:r>
              <a:rPr lang="en-US" altLang="ko-KR" sz="1400" dirty="0"/>
              <a:t>GMES </a:t>
            </a:r>
            <a:r>
              <a:rPr lang="ko-KR" altLang="en-US" sz="1400" dirty="0"/>
              <a:t>서버가 설치됨</a:t>
            </a:r>
            <a:r>
              <a:rPr lang="en-US" altLang="ko-KR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GMES </a:t>
            </a:r>
            <a:r>
              <a:rPr lang="ko-KR" altLang="en-US" sz="1400" dirty="0"/>
              <a:t>연계가 필요한 장비별로 </a:t>
            </a:r>
            <a:r>
              <a:rPr lang="en-US" altLang="ko-KR" sz="1400" dirty="0"/>
              <a:t>Interface SW</a:t>
            </a:r>
            <a:r>
              <a:rPr lang="ko-KR" altLang="en-US" sz="1400" dirty="0"/>
              <a:t>를 통해</a:t>
            </a:r>
            <a:r>
              <a:rPr lang="en-US" altLang="ko-KR" sz="1400" dirty="0"/>
              <a:t>,</a:t>
            </a:r>
            <a:br>
              <a:rPr lang="en-US" altLang="ko-KR" sz="1400" dirty="0"/>
            </a:br>
            <a:r>
              <a:rPr lang="en-US" altLang="ko-KR" sz="1400" dirty="0"/>
              <a:t>GMES </a:t>
            </a:r>
            <a:r>
              <a:rPr lang="ko-KR" altLang="en-US" sz="1400" dirty="0"/>
              <a:t>서버와 연동</a:t>
            </a:r>
            <a:r>
              <a:rPr lang="en-US" altLang="ko-KR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인터페이스 상세 내용은 별도의 사양서를 배포</a:t>
            </a:r>
            <a:r>
              <a:rPr lang="en-US" altLang="ko-KR" sz="1400" dirty="0"/>
              <a:t>.(LG </a:t>
            </a:r>
            <a:r>
              <a:rPr lang="ko-KR" altLang="en-US" sz="1400" dirty="0"/>
              <a:t>제공</a:t>
            </a:r>
            <a:r>
              <a:rPr lang="en-US" altLang="ko-KR" sz="1400" dirty="0"/>
              <a:t>)</a:t>
            </a:r>
            <a:br>
              <a:rPr lang="en-US" altLang="ko-KR" sz="1400" dirty="0"/>
            </a:br>
            <a:r>
              <a:rPr lang="en-US" altLang="ko-KR" sz="1400" dirty="0"/>
              <a:t>2023-02-04</a:t>
            </a:r>
            <a:r>
              <a:rPr lang="ko-KR" altLang="en-US" sz="1400" dirty="0"/>
              <a:t> 현재</a:t>
            </a:r>
            <a:r>
              <a:rPr lang="en-US" altLang="ko-KR" sz="1400" dirty="0"/>
              <a:t>, </a:t>
            </a:r>
            <a:r>
              <a:rPr lang="ko-KR" altLang="en-US" sz="1400" dirty="0"/>
              <a:t>사양서 버전은 </a:t>
            </a:r>
            <a:r>
              <a:rPr lang="en-US" altLang="ko-KR" sz="1400" dirty="0"/>
              <a:t>Ver 4.3</a:t>
            </a:r>
            <a:r>
              <a:rPr lang="ko-KR" altLang="en-US" sz="1400" dirty="0"/>
              <a:t>임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r>
              <a:rPr lang="en-US" altLang="ko-KR" sz="1400" dirty="0">
                <a:solidFill>
                  <a:srgbClr val="FF0000"/>
                </a:solidFill>
              </a:rPr>
              <a:t>※ LG</a:t>
            </a:r>
            <a:r>
              <a:rPr lang="ko-KR" altLang="en-US" sz="1400" dirty="0" err="1">
                <a:solidFill>
                  <a:srgbClr val="FF0000"/>
                </a:solidFill>
              </a:rPr>
              <a:t>마그나</a:t>
            </a:r>
            <a:r>
              <a:rPr lang="ko-KR" altLang="en-US" sz="1400" dirty="0">
                <a:solidFill>
                  <a:srgbClr val="FF0000"/>
                </a:solidFill>
              </a:rPr>
              <a:t> 멕시코 라인부터</a:t>
            </a:r>
            <a:br>
              <a:rPr lang="en-US" altLang="ko-KR" sz="1400" dirty="0">
                <a:solidFill>
                  <a:srgbClr val="FF0000"/>
                </a:solidFill>
              </a:rPr>
            </a:br>
            <a:r>
              <a:rPr lang="en-US" altLang="ko-KR" sz="1400" dirty="0">
                <a:solidFill>
                  <a:srgbClr val="FF0000"/>
                </a:solidFill>
              </a:rPr>
              <a:t>   </a:t>
            </a:r>
            <a:r>
              <a:rPr lang="ko-KR" altLang="en-US" sz="1400" dirty="0">
                <a:solidFill>
                  <a:srgbClr val="FF0000"/>
                </a:solidFill>
              </a:rPr>
              <a:t>인터페이스 포맷이 </a:t>
            </a:r>
            <a:r>
              <a:rPr lang="en-US" altLang="ko-KR" sz="1400" dirty="0">
                <a:solidFill>
                  <a:srgbClr val="FF0000"/>
                </a:solidFill>
              </a:rPr>
              <a:t>XML</a:t>
            </a:r>
            <a:r>
              <a:rPr lang="ko-KR" altLang="en-US" sz="1400" dirty="0">
                <a:solidFill>
                  <a:srgbClr val="FF0000"/>
                </a:solidFill>
              </a:rPr>
              <a:t>에서 </a:t>
            </a:r>
            <a:r>
              <a:rPr lang="en-US" altLang="ko-KR" sz="1400" dirty="0">
                <a:solidFill>
                  <a:srgbClr val="FF0000"/>
                </a:solidFill>
              </a:rPr>
              <a:t>JSON</a:t>
            </a:r>
            <a:r>
              <a:rPr lang="ko-KR" altLang="en-US" sz="1400" dirty="0">
                <a:solidFill>
                  <a:srgbClr val="FF0000"/>
                </a:solidFill>
              </a:rPr>
              <a:t>으로 변경</a:t>
            </a:r>
            <a:r>
              <a:rPr lang="en-US" altLang="ko-KR" sz="1400" dirty="0">
                <a:solidFill>
                  <a:srgbClr val="FF0000"/>
                </a:solidFill>
              </a:rPr>
              <a:t>.</a:t>
            </a:r>
            <a:br>
              <a:rPr lang="en-US" altLang="ko-KR" sz="1400" dirty="0">
                <a:solidFill>
                  <a:srgbClr val="FF0000"/>
                </a:solidFill>
              </a:rPr>
            </a:br>
            <a:r>
              <a:rPr lang="en-US" altLang="ko-KR" sz="1400" dirty="0">
                <a:solidFill>
                  <a:srgbClr val="FF0000"/>
                </a:solidFill>
              </a:rPr>
              <a:t>   </a:t>
            </a:r>
            <a:r>
              <a:rPr lang="ko-KR" altLang="en-US" sz="1400" dirty="0">
                <a:solidFill>
                  <a:srgbClr val="FF0000"/>
                </a:solidFill>
              </a:rPr>
              <a:t>이후 </a:t>
            </a:r>
            <a:r>
              <a:rPr lang="en-US" altLang="ko-KR" sz="1400" dirty="0">
                <a:solidFill>
                  <a:srgbClr val="FF0000"/>
                </a:solidFill>
              </a:rPr>
              <a:t>LG</a:t>
            </a:r>
            <a:r>
              <a:rPr lang="ko-KR" altLang="en-US" sz="1400" dirty="0">
                <a:solidFill>
                  <a:srgbClr val="FF0000"/>
                </a:solidFill>
              </a:rPr>
              <a:t>라인에 대해서는</a:t>
            </a:r>
            <a:r>
              <a:rPr lang="en-US" altLang="ko-KR" sz="1400" dirty="0">
                <a:solidFill>
                  <a:srgbClr val="FF0000"/>
                </a:solidFill>
              </a:rPr>
              <a:t>, JSON </a:t>
            </a:r>
            <a:r>
              <a:rPr lang="ko-KR" altLang="en-US" sz="1400" dirty="0">
                <a:solidFill>
                  <a:srgbClr val="FF0000"/>
                </a:solidFill>
              </a:rPr>
              <a:t>타입으로 적용</a:t>
            </a:r>
            <a:r>
              <a:rPr lang="en-US" altLang="ko-KR" sz="1400" dirty="0">
                <a:solidFill>
                  <a:srgbClr val="FF0000"/>
                </a:solidFill>
              </a:rPr>
              <a:t>.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2323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FCE2F547-4501-4FD3-BBD1-6665C90560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7760"/>
          <a:stretch/>
        </p:blipFill>
        <p:spPr>
          <a:xfrm>
            <a:off x="362449" y="3203787"/>
            <a:ext cx="5296639" cy="3654213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System Configuration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</a:p>
          <a:p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243564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Configuration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6" name="말풍선: 모서리가 둥근 사각형 5">
            <a:extLst>
              <a:ext uri="{FF2B5EF4-FFF2-40B4-BE49-F238E27FC236}">
                <a16:creationId xmlns:a16="http://schemas.microsoft.com/office/drawing/2014/main" id="{0E614761-F297-9D2D-DC17-A05FD63474B2}"/>
              </a:ext>
            </a:extLst>
          </p:cNvPr>
          <p:cNvSpPr/>
          <p:nvPr/>
        </p:nvSpPr>
        <p:spPr>
          <a:xfrm>
            <a:off x="5885215" y="2850324"/>
            <a:ext cx="2668236" cy="706925"/>
          </a:xfrm>
          <a:prstGeom prst="wedgeRoundRectCallout">
            <a:avLst>
              <a:gd name="adj1" fmla="val -101805"/>
              <a:gd name="adj2" fmla="val 225533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MES Agent(LG CNS </a:t>
            </a:r>
            <a:r>
              <a:rPr lang="ko-KR" altLang="en-US" sz="1400" dirty="0"/>
              <a:t>제공</a:t>
            </a:r>
            <a:r>
              <a:rPr lang="en-US" altLang="ko-KR" sz="1400" dirty="0"/>
              <a:t>)</a:t>
            </a:r>
          </a:p>
          <a:p>
            <a:pPr algn="ctr"/>
            <a:r>
              <a:rPr lang="en-US" altLang="ko-KR" sz="1400" dirty="0"/>
              <a:t>IP</a:t>
            </a:r>
            <a:r>
              <a:rPr lang="ko-KR" altLang="en-US" sz="1400" dirty="0"/>
              <a:t> </a:t>
            </a:r>
            <a:r>
              <a:rPr lang="en-US" altLang="ko-KR" sz="1400" dirty="0"/>
              <a:t>:</a:t>
            </a:r>
            <a:r>
              <a:rPr lang="ko-KR" altLang="en-US" sz="1400" dirty="0"/>
              <a:t> </a:t>
            </a:r>
            <a:r>
              <a:rPr lang="en-US" altLang="ko-KR" sz="1400" dirty="0"/>
              <a:t>10.194.242.30 ~ 38</a:t>
            </a:r>
          </a:p>
          <a:p>
            <a:pPr algn="ctr"/>
            <a:r>
              <a:rPr lang="en-US" altLang="ko-KR" sz="1400" dirty="0"/>
              <a:t>PORT : 40000</a:t>
            </a:r>
            <a:endParaRPr lang="ko-KR" altLang="en-US" sz="1400" dirty="0"/>
          </a:p>
        </p:txBody>
      </p:sp>
      <p:sp>
        <p:nvSpPr>
          <p:cNvPr id="7" name="말풍선: 모서리가 둥근 사각형 6">
            <a:extLst>
              <a:ext uri="{FF2B5EF4-FFF2-40B4-BE49-F238E27FC236}">
                <a16:creationId xmlns:a16="http://schemas.microsoft.com/office/drawing/2014/main" id="{E309D2F1-C94C-AAA6-A766-8A88B6B846C2}"/>
              </a:ext>
            </a:extLst>
          </p:cNvPr>
          <p:cNvSpPr/>
          <p:nvPr/>
        </p:nvSpPr>
        <p:spPr>
          <a:xfrm>
            <a:off x="5885214" y="3776913"/>
            <a:ext cx="2668237" cy="706925"/>
          </a:xfrm>
          <a:prstGeom prst="wedgeRoundRectCallout">
            <a:avLst>
              <a:gd name="adj1" fmla="val -98813"/>
              <a:gd name="adj2" fmla="val 111186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MES</a:t>
            </a:r>
            <a:r>
              <a:rPr lang="ko-KR" altLang="en-US" sz="1400" dirty="0"/>
              <a:t>용 </a:t>
            </a:r>
            <a:r>
              <a:rPr lang="en-US" altLang="ko-KR" sz="1400" dirty="0"/>
              <a:t>LAN Port</a:t>
            </a:r>
          </a:p>
          <a:p>
            <a:pPr algn="ctr"/>
            <a:r>
              <a:rPr lang="en-US" altLang="ko-KR" sz="1400" dirty="0"/>
              <a:t>IP</a:t>
            </a:r>
            <a:r>
              <a:rPr lang="ko-KR" altLang="en-US" sz="1400" dirty="0"/>
              <a:t> </a:t>
            </a:r>
            <a:r>
              <a:rPr lang="en-US" altLang="ko-KR" sz="1400" dirty="0"/>
              <a:t>:</a:t>
            </a:r>
            <a:r>
              <a:rPr lang="ko-KR" altLang="en-US" sz="1400" dirty="0"/>
              <a:t> </a:t>
            </a:r>
            <a:r>
              <a:rPr lang="en-US" altLang="ko-KR" sz="1400" dirty="0"/>
              <a:t>10.194.242.30 ~ 38 </a:t>
            </a:r>
          </a:p>
        </p:txBody>
      </p:sp>
      <p:sp>
        <p:nvSpPr>
          <p:cNvPr id="8" name="말풍선: 모서리가 둥근 사각형 7">
            <a:extLst>
              <a:ext uri="{FF2B5EF4-FFF2-40B4-BE49-F238E27FC236}">
                <a16:creationId xmlns:a16="http://schemas.microsoft.com/office/drawing/2014/main" id="{8D5E9907-4691-F806-799D-71A271C3E9F7}"/>
              </a:ext>
            </a:extLst>
          </p:cNvPr>
          <p:cNvSpPr/>
          <p:nvPr/>
        </p:nvSpPr>
        <p:spPr>
          <a:xfrm>
            <a:off x="5885215" y="4756912"/>
            <a:ext cx="2668236" cy="706925"/>
          </a:xfrm>
          <a:prstGeom prst="wedgeRoundRectCallout">
            <a:avLst>
              <a:gd name="adj1" fmla="val -98039"/>
              <a:gd name="adj2" fmla="val 9682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PLC </a:t>
            </a:r>
            <a:r>
              <a:rPr lang="ko-KR" altLang="en-US" sz="1400" dirty="0"/>
              <a:t>연결용 </a:t>
            </a:r>
            <a:r>
              <a:rPr lang="en-US" altLang="ko-KR" sz="1400" dirty="0"/>
              <a:t>LAN Port</a:t>
            </a:r>
          </a:p>
          <a:p>
            <a:pPr algn="ctr"/>
            <a:r>
              <a:rPr lang="en-US" altLang="ko-KR" sz="1400" dirty="0"/>
              <a:t>IP</a:t>
            </a:r>
            <a:r>
              <a:rPr lang="ko-KR" altLang="en-US" sz="1400" dirty="0"/>
              <a:t> </a:t>
            </a:r>
            <a:r>
              <a:rPr lang="en-US" altLang="ko-KR" sz="1400" dirty="0"/>
              <a:t>:</a:t>
            </a:r>
            <a:r>
              <a:rPr lang="ko-KR" altLang="en-US" sz="1400" dirty="0"/>
              <a:t> </a:t>
            </a:r>
            <a:r>
              <a:rPr lang="en-US" altLang="ko-KR" sz="1400" dirty="0"/>
              <a:t>192.168.3.21</a:t>
            </a:r>
          </a:p>
        </p:txBody>
      </p:sp>
      <p:sp>
        <p:nvSpPr>
          <p:cNvPr id="9" name="말풍선: 모서리가 둥근 사각형 8">
            <a:extLst>
              <a:ext uri="{FF2B5EF4-FFF2-40B4-BE49-F238E27FC236}">
                <a16:creationId xmlns:a16="http://schemas.microsoft.com/office/drawing/2014/main" id="{05640885-EFE0-2502-44D0-8834827CAFF4}"/>
              </a:ext>
            </a:extLst>
          </p:cNvPr>
          <p:cNvSpPr/>
          <p:nvPr/>
        </p:nvSpPr>
        <p:spPr>
          <a:xfrm>
            <a:off x="5885214" y="5526481"/>
            <a:ext cx="2668237" cy="706925"/>
          </a:xfrm>
          <a:prstGeom prst="wedgeRoundRectCallout">
            <a:avLst>
              <a:gd name="adj1" fmla="val -98494"/>
              <a:gd name="adj2" fmla="val -56789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PLC </a:t>
            </a:r>
          </a:p>
          <a:p>
            <a:pPr algn="ctr"/>
            <a:r>
              <a:rPr lang="en-US" altLang="ko-KR" sz="1400" dirty="0"/>
              <a:t>IP</a:t>
            </a:r>
            <a:r>
              <a:rPr lang="ko-KR" altLang="en-US" sz="1400" dirty="0"/>
              <a:t> </a:t>
            </a:r>
            <a:r>
              <a:rPr lang="en-US" altLang="ko-KR" sz="1400" dirty="0"/>
              <a:t>:</a:t>
            </a:r>
            <a:r>
              <a:rPr lang="ko-KR" altLang="en-US" sz="1400" dirty="0"/>
              <a:t> </a:t>
            </a:r>
            <a:r>
              <a:rPr lang="en-US" altLang="ko-KR" sz="1400" dirty="0"/>
              <a:t>192.168.3.2</a:t>
            </a:r>
          </a:p>
          <a:p>
            <a:pPr algn="ctr"/>
            <a:r>
              <a:rPr lang="en-US" altLang="ko-KR" sz="1400" dirty="0"/>
              <a:t>PORT : 8112</a:t>
            </a:r>
            <a:endParaRPr lang="ko-KR" altLang="en-US" sz="14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CDC05E3-B65B-449A-AF65-AFD4FBD7966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267" t="39797" r="30116" b="50842"/>
          <a:stretch/>
        </p:blipFill>
        <p:spPr>
          <a:xfrm>
            <a:off x="2822856" y="2135584"/>
            <a:ext cx="1250950" cy="473527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E7EC9E0-B3AE-455C-A446-F3720484968F}"/>
              </a:ext>
            </a:extLst>
          </p:cNvPr>
          <p:cNvSpPr/>
          <p:nvPr/>
        </p:nvSpPr>
        <p:spPr>
          <a:xfrm>
            <a:off x="810493" y="1994311"/>
            <a:ext cx="4618757" cy="756074"/>
          </a:xfrm>
          <a:prstGeom prst="roundRect">
            <a:avLst/>
          </a:prstGeom>
          <a:noFill/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8CBF02-264C-45EB-AD20-D0061ECD739B}"/>
              </a:ext>
            </a:extLst>
          </p:cNvPr>
          <p:cNvSpPr txBox="1"/>
          <p:nvPr/>
        </p:nvSpPr>
        <p:spPr>
          <a:xfrm>
            <a:off x="685800" y="3225465"/>
            <a:ext cx="1758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Mexico(Saltillo)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C036BB-8233-4B46-A52F-0A8B2AD32988}"/>
              </a:ext>
            </a:extLst>
          </p:cNvPr>
          <p:cNvSpPr txBox="1"/>
          <p:nvPr/>
        </p:nvSpPr>
        <p:spPr>
          <a:xfrm>
            <a:off x="857250" y="1637972"/>
            <a:ext cx="1380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Korea(</a:t>
            </a:r>
            <a:r>
              <a:rPr lang="ko-KR" altLang="en-US" dirty="0"/>
              <a:t>상암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95442A-3963-4CD5-BB9A-6016E1C52C0A}"/>
              </a:ext>
            </a:extLst>
          </p:cNvPr>
          <p:cNvSpPr txBox="1"/>
          <p:nvPr/>
        </p:nvSpPr>
        <p:spPr>
          <a:xfrm>
            <a:off x="5992463" y="903726"/>
            <a:ext cx="5611601" cy="18466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dirty="0">
                <a:solidFill>
                  <a:srgbClr val="0000FF"/>
                </a:solidFill>
              </a:rPr>
              <a:t>현재 설치 환경</a:t>
            </a:r>
            <a:r>
              <a:rPr lang="en-US" altLang="ko-KR" dirty="0">
                <a:solidFill>
                  <a:srgbClr val="0000FF"/>
                </a:solidFill>
              </a:rPr>
              <a:t>(2023.02.04 </a:t>
            </a:r>
            <a:r>
              <a:rPr lang="ko-KR" altLang="en-US" dirty="0">
                <a:solidFill>
                  <a:srgbClr val="0000FF"/>
                </a:solidFill>
              </a:rPr>
              <a:t>기준</a:t>
            </a:r>
            <a:r>
              <a:rPr lang="en-US" altLang="ko-KR" dirty="0">
                <a:solidFill>
                  <a:srgbClr val="0000FF"/>
                </a:solidFill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설치 공장 내</a:t>
            </a:r>
            <a:r>
              <a:rPr lang="en-US" altLang="ko-KR" sz="1400" dirty="0"/>
              <a:t>, GMES Server </a:t>
            </a:r>
            <a:r>
              <a:rPr lang="ko-KR" altLang="en-US" sz="1400" dirty="0" err="1"/>
              <a:t>미설치</a:t>
            </a:r>
            <a:br>
              <a:rPr lang="en-US" altLang="ko-KR" sz="1400" dirty="0"/>
            </a:br>
            <a:r>
              <a:rPr lang="en-US" altLang="ko-KR" sz="1400" dirty="0"/>
              <a:t>(LG </a:t>
            </a:r>
            <a:r>
              <a:rPr lang="ko-KR" altLang="en-US" sz="1400" dirty="0"/>
              <a:t>와 </a:t>
            </a:r>
            <a:r>
              <a:rPr lang="en-US" altLang="ko-KR" sz="1400" dirty="0"/>
              <a:t>MAGNA </a:t>
            </a:r>
            <a:r>
              <a:rPr lang="ko-KR" altLang="en-US" sz="1400" dirty="0"/>
              <a:t>사이의 계약 문제라고 함</a:t>
            </a:r>
            <a:r>
              <a:rPr lang="en-US" altLang="ko-KR" sz="1400" dirty="0"/>
              <a:t>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현재는 </a:t>
            </a:r>
            <a:r>
              <a:rPr lang="ko-KR" altLang="en-US" sz="1400" dirty="0" err="1"/>
              <a:t>장비별</a:t>
            </a:r>
            <a:r>
              <a:rPr lang="ko-KR" altLang="en-US" sz="1400" dirty="0"/>
              <a:t> </a:t>
            </a:r>
            <a:r>
              <a:rPr lang="en-US" altLang="ko-KR" sz="1400" dirty="0"/>
              <a:t>Interface PC</a:t>
            </a:r>
            <a:r>
              <a:rPr lang="ko-KR" altLang="en-US" sz="1400" dirty="0"/>
              <a:t>에 </a:t>
            </a:r>
            <a:r>
              <a:rPr lang="en-US" altLang="ko-KR" sz="1400" dirty="0"/>
              <a:t>MES Agent(LG </a:t>
            </a:r>
            <a:r>
              <a:rPr lang="ko-KR" altLang="en-US" sz="1400" dirty="0"/>
              <a:t>제공</a:t>
            </a:r>
            <a:r>
              <a:rPr lang="en-US" altLang="ko-KR" sz="1400" dirty="0"/>
              <a:t>)</a:t>
            </a:r>
            <a:r>
              <a:rPr lang="ko-KR" altLang="en-US" sz="1400" dirty="0"/>
              <a:t>를 설치하여</a:t>
            </a:r>
            <a:r>
              <a:rPr lang="en-US" altLang="ko-KR" sz="1400" dirty="0"/>
              <a:t>, </a:t>
            </a:r>
            <a:br>
              <a:rPr lang="en-US" altLang="ko-KR" sz="1400" dirty="0"/>
            </a:br>
            <a:r>
              <a:rPr lang="ko-KR" altLang="en-US" sz="1400" dirty="0"/>
              <a:t>한국 상암의 서버와 통신하고 있음</a:t>
            </a:r>
            <a:r>
              <a:rPr lang="en-US" altLang="ko-KR" sz="1400" dirty="0"/>
              <a:t>.</a:t>
            </a:r>
          </a:p>
          <a:p>
            <a:endParaRPr lang="en-US" altLang="ko-KR" sz="1200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541D1CD-011F-469F-AD44-7FC5FD6330CF}"/>
              </a:ext>
            </a:extLst>
          </p:cNvPr>
          <p:cNvSpPr/>
          <p:nvPr/>
        </p:nvSpPr>
        <p:spPr>
          <a:xfrm>
            <a:off x="2914650" y="3835361"/>
            <a:ext cx="1130581" cy="4053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9B275788-FFFC-4847-AC62-A02D6D4A884C}"/>
              </a:ext>
            </a:extLst>
          </p:cNvPr>
          <p:cNvCxnSpPr>
            <a:cxnSpLocks/>
          </p:cNvCxnSpPr>
          <p:nvPr/>
        </p:nvCxnSpPr>
        <p:spPr>
          <a:xfrm>
            <a:off x="3110346" y="2609111"/>
            <a:ext cx="0" cy="1639779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2932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System Configuration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</a:p>
          <a:p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243564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MES Agent SW </a:t>
            </a:r>
            <a:r>
              <a:rPr lang="ko-KR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화면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B37CE0C2-2729-4631-A00A-91D86C7D7F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999" y="1818214"/>
            <a:ext cx="7382601" cy="4691873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E7D8E703-F0A8-4C91-A793-BE131AB4F6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0176" y="5210471"/>
            <a:ext cx="2438400" cy="1011243"/>
          </a:xfrm>
          <a:prstGeom prst="rect">
            <a:avLst/>
          </a:prstGeom>
        </p:spPr>
      </p:pic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F7FBAEEE-72EF-430F-9F88-A3EF93F8C8C3}"/>
              </a:ext>
            </a:extLst>
          </p:cNvPr>
          <p:cNvCxnSpPr>
            <a:cxnSpLocks/>
          </p:cNvCxnSpPr>
          <p:nvPr/>
        </p:nvCxnSpPr>
        <p:spPr>
          <a:xfrm>
            <a:off x="9715500" y="4972050"/>
            <a:ext cx="0" cy="9906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4BCFE16-C3B7-4F25-B4EC-40519C5D04E4}"/>
              </a:ext>
            </a:extLst>
          </p:cNvPr>
          <p:cNvSpPr txBox="1"/>
          <p:nvPr/>
        </p:nvSpPr>
        <p:spPr>
          <a:xfrm>
            <a:off x="8501214" y="4430850"/>
            <a:ext cx="29578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윈도우 시작 시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자동실행되어</a:t>
            </a:r>
            <a:r>
              <a:rPr lang="en-US" altLang="ko-KR" sz="1400" dirty="0"/>
              <a:t>, </a:t>
            </a:r>
            <a:br>
              <a:rPr lang="en-US" altLang="ko-KR" sz="1400" dirty="0"/>
            </a:br>
            <a:r>
              <a:rPr lang="ko-KR" altLang="en-US" sz="1400" dirty="0" err="1"/>
              <a:t>시스템트레이에</a:t>
            </a:r>
            <a:r>
              <a:rPr lang="ko-KR" altLang="en-US" sz="1400" dirty="0"/>
              <a:t> 표시됨</a:t>
            </a:r>
            <a:r>
              <a:rPr lang="en-US" altLang="ko-KR" sz="1400" dirty="0"/>
              <a:t>.</a:t>
            </a:r>
            <a:endParaRPr lang="en-US" altLang="ko-KR" sz="1200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371BBD64-3BB4-4C77-8511-89310B0324B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66" t="24056" r="18099" b="19825"/>
          <a:stretch/>
        </p:blipFill>
        <p:spPr>
          <a:xfrm>
            <a:off x="8858976" y="2582453"/>
            <a:ext cx="2486025" cy="1507598"/>
          </a:xfrm>
          <a:prstGeom prst="rect">
            <a:avLst/>
          </a:prstGeom>
        </p:spPr>
      </p:pic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43C9360A-7886-4D59-AE62-88344C6CE4B6}"/>
              </a:ext>
            </a:extLst>
          </p:cNvPr>
          <p:cNvCxnSpPr>
            <a:cxnSpLocks/>
          </p:cNvCxnSpPr>
          <p:nvPr/>
        </p:nvCxnSpPr>
        <p:spPr>
          <a:xfrm>
            <a:off x="9572625" y="2377796"/>
            <a:ext cx="0" cy="437383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C62F7758-AFD4-4947-87ED-3F0AB603455A}"/>
              </a:ext>
            </a:extLst>
          </p:cNvPr>
          <p:cNvSpPr txBox="1"/>
          <p:nvPr/>
        </p:nvSpPr>
        <p:spPr>
          <a:xfrm>
            <a:off x="8501214" y="2015612"/>
            <a:ext cx="32544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바탕화면에 바로가기 아이콘 있음</a:t>
            </a:r>
            <a:r>
              <a:rPr lang="en-US" altLang="ko-KR" sz="1400" dirty="0"/>
              <a:t>.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1853168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System Configuration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</a:p>
          <a:p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243564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GMES Interface SW </a:t>
            </a:r>
            <a:r>
              <a:rPr lang="ko-KR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화면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AA59FDB-21B6-437E-B9C8-51680BD4A3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2717" y="5210471"/>
            <a:ext cx="2438400" cy="1011243"/>
          </a:xfrm>
          <a:prstGeom prst="rect">
            <a:avLst/>
          </a:prstGeom>
        </p:spPr>
      </p:pic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3B364769-4F96-4550-8EE4-9788F95F2F36}"/>
              </a:ext>
            </a:extLst>
          </p:cNvPr>
          <p:cNvCxnSpPr>
            <a:cxnSpLocks/>
          </p:cNvCxnSpPr>
          <p:nvPr/>
        </p:nvCxnSpPr>
        <p:spPr>
          <a:xfrm>
            <a:off x="8919916" y="4954070"/>
            <a:ext cx="0" cy="694255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BC4C946-EC73-4E71-BFE0-37D1BF5C64B7}"/>
              </a:ext>
            </a:extLst>
          </p:cNvPr>
          <p:cNvSpPr txBox="1"/>
          <p:nvPr/>
        </p:nvSpPr>
        <p:spPr>
          <a:xfrm>
            <a:off x="7943755" y="4430850"/>
            <a:ext cx="29578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윈도우 시작 시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자동실행되어</a:t>
            </a:r>
            <a:r>
              <a:rPr lang="en-US" altLang="ko-KR" sz="1400" dirty="0"/>
              <a:t>, </a:t>
            </a:r>
            <a:br>
              <a:rPr lang="en-US" altLang="ko-KR" sz="1400" dirty="0"/>
            </a:br>
            <a:r>
              <a:rPr lang="ko-KR" altLang="en-US" sz="1400" dirty="0" err="1"/>
              <a:t>시스템트레이에</a:t>
            </a:r>
            <a:r>
              <a:rPr lang="ko-KR" altLang="en-US" sz="1400" dirty="0"/>
              <a:t> 표시됨</a:t>
            </a:r>
            <a:r>
              <a:rPr lang="en-US" altLang="ko-KR" sz="1400" dirty="0"/>
              <a:t>.</a:t>
            </a:r>
            <a:endParaRPr lang="en-US" altLang="ko-KR" sz="12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1D916F0-EEF0-4B0D-A4C4-B3915CE7267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66" t="24056" r="18099" b="19825"/>
          <a:stretch/>
        </p:blipFill>
        <p:spPr>
          <a:xfrm>
            <a:off x="8301517" y="2582453"/>
            <a:ext cx="2486025" cy="1507598"/>
          </a:xfrm>
          <a:prstGeom prst="rect">
            <a:avLst/>
          </a:prstGeom>
        </p:spPr>
      </p:pic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B4AF462F-4389-47D7-9CB0-48BC6B10315F}"/>
              </a:ext>
            </a:extLst>
          </p:cNvPr>
          <p:cNvCxnSpPr>
            <a:cxnSpLocks/>
          </p:cNvCxnSpPr>
          <p:nvPr/>
        </p:nvCxnSpPr>
        <p:spPr>
          <a:xfrm>
            <a:off x="9739565" y="2377796"/>
            <a:ext cx="0" cy="437383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B68EE5F-CEA5-4C24-A594-9542EE2C59FA}"/>
              </a:ext>
            </a:extLst>
          </p:cNvPr>
          <p:cNvSpPr txBox="1"/>
          <p:nvPr/>
        </p:nvSpPr>
        <p:spPr>
          <a:xfrm>
            <a:off x="7943755" y="2015612"/>
            <a:ext cx="32544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바탕화면에 바로가기 아이콘 있음</a:t>
            </a:r>
            <a:r>
              <a:rPr lang="en-US" altLang="ko-KR" sz="1400" dirty="0"/>
              <a:t>.</a:t>
            </a:r>
            <a:endParaRPr lang="en-US" altLang="ko-KR" sz="12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BDBC29E-B1A8-4EA0-BF04-E62D1A293B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3602" y="1738919"/>
            <a:ext cx="4757416" cy="4952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91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BDBC29E-B1A8-4EA0-BF04-E62D1A293B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7277" y="1738919"/>
            <a:ext cx="4757416" cy="4952342"/>
          </a:xfrm>
          <a:prstGeom prst="rect">
            <a:avLst/>
          </a:prstGeom>
        </p:spPr>
      </p:pic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9F1DDED0-CB55-43B5-8407-BEB4E213BADA}"/>
              </a:ext>
            </a:extLst>
          </p:cNvPr>
          <p:cNvCxnSpPr>
            <a:cxnSpLocks/>
          </p:cNvCxnSpPr>
          <p:nvPr/>
        </p:nvCxnSpPr>
        <p:spPr>
          <a:xfrm flipV="1">
            <a:off x="2711850" y="3222380"/>
            <a:ext cx="723500" cy="206620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A11650B-055B-4599-82DC-0DC646B3D883}"/>
              </a:ext>
            </a:extLst>
          </p:cNvPr>
          <p:cNvSpPr/>
          <p:nvPr/>
        </p:nvSpPr>
        <p:spPr>
          <a:xfrm>
            <a:off x="264024" y="3222380"/>
            <a:ext cx="2447826" cy="438040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System Configuration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</a:p>
          <a:p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8" y="1243564"/>
            <a:ext cx="3923801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GMES Interface SW </a:t>
            </a:r>
            <a:r>
              <a:rPr lang="ko-KR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화면 설명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ABEA74-6284-4C7B-B7ED-2421A1B3318C}"/>
              </a:ext>
            </a:extLst>
          </p:cNvPr>
          <p:cNvSpPr txBox="1"/>
          <p:nvPr/>
        </p:nvSpPr>
        <p:spPr>
          <a:xfrm>
            <a:off x="292598" y="3260310"/>
            <a:ext cx="24192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1000" dirty="0"/>
              <a:t>“Product</a:t>
            </a:r>
            <a:r>
              <a:rPr lang="ko-KR" altLang="en-US" sz="1000" dirty="0"/>
              <a:t> </a:t>
            </a:r>
            <a:r>
              <a:rPr lang="en-US" altLang="ko-KR" sz="1000" dirty="0"/>
              <a:t>In Jig” LED</a:t>
            </a:r>
            <a:br>
              <a:rPr lang="en-US" altLang="ko-KR" sz="1000" dirty="0"/>
            </a:br>
            <a:r>
              <a:rPr lang="ko-KR" altLang="en-US" sz="1000" dirty="0" err="1"/>
              <a:t>스테이터가</a:t>
            </a:r>
            <a:r>
              <a:rPr lang="ko-KR" altLang="en-US" sz="1000" dirty="0"/>
              <a:t> 해당 지그에 있는지 표시</a:t>
            </a:r>
            <a:r>
              <a:rPr lang="en-US" altLang="ko-KR" sz="1000" dirty="0"/>
              <a:t> </a:t>
            </a: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8EF08B56-CA96-4E0F-AA81-3A01E4DE9F9E}"/>
              </a:ext>
            </a:extLst>
          </p:cNvPr>
          <p:cNvCxnSpPr>
            <a:cxnSpLocks/>
          </p:cNvCxnSpPr>
          <p:nvPr/>
        </p:nvCxnSpPr>
        <p:spPr>
          <a:xfrm flipV="1">
            <a:off x="2711850" y="3781425"/>
            <a:ext cx="561176" cy="714375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F88A6ECE-A125-4672-857B-02A2964B9F9A}"/>
              </a:ext>
            </a:extLst>
          </p:cNvPr>
          <p:cNvSpPr/>
          <p:nvPr/>
        </p:nvSpPr>
        <p:spPr>
          <a:xfrm>
            <a:off x="264024" y="4391606"/>
            <a:ext cx="2447826" cy="1222830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9E802F-8CE3-4AA3-B8CF-DB7526BB92D8}"/>
              </a:ext>
            </a:extLst>
          </p:cNvPr>
          <p:cNvSpPr txBox="1"/>
          <p:nvPr/>
        </p:nvSpPr>
        <p:spPr>
          <a:xfrm>
            <a:off x="292598" y="4439323"/>
            <a:ext cx="2331087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1000" dirty="0"/>
              <a:t>GMES Message Receive LED</a:t>
            </a:r>
            <a:br>
              <a:rPr lang="en-US" altLang="ko-KR" sz="1000" dirty="0"/>
            </a:br>
            <a:r>
              <a:rPr lang="en-US" altLang="ko-KR" sz="1000" dirty="0"/>
              <a:t>GMES</a:t>
            </a:r>
            <a:r>
              <a:rPr lang="ko-KR" altLang="en-US" sz="1000" dirty="0"/>
              <a:t>로부터 메시지 수신여부 표시</a:t>
            </a:r>
            <a:endParaRPr lang="en-US" altLang="ko-KR" sz="1000" dirty="0"/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1000" dirty="0"/>
              <a:t>ACK </a:t>
            </a:r>
            <a:r>
              <a:rPr lang="ko-KR" altLang="en-US" sz="1000" dirty="0"/>
              <a:t>메시지 수신 시</a:t>
            </a:r>
            <a:r>
              <a:rPr lang="en-US" altLang="ko-KR" sz="1000" dirty="0"/>
              <a:t>, </a:t>
            </a:r>
            <a:br>
              <a:rPr lang="en-US" altLang="ko-KR" sz="1000" dirty="0"/>
            </a:br>
            <a:r>
              <a:rPr lang="ko-KR" altLang="en-US" sz="1000" dirty="0"/>
              <a:t>송신 메시지 </a:t>
            </a:r>
            <a:r>
              <a:rPr lang="en-US" altLang="ko-KR" sz="1000" dirty="0"/>
              <a:t>LED</a:t>
            </a:r>
            <a:r>
              <a:rPr lang="ko-KR" altLang="en-US" sz="1000" dirty="0"/>
              <a:t>는 끔</a:t>
            </a:r>
            <a:endParaRPr lang="en-US" altLang="ko-KR" sz="1000" dirty="0"/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1000" dirty="0"/>
              <a:t>GMES</a:t>
            </a:r>
            <a:r>
              <a:rPr lang="ko-KR" altLang="en-US" sz="1000" dirty="0"/>
              <a:t>는 일반적으로 송신 메시지와 </a:t>
            </a:r>
            <a:br>
              <a:rPr lang="en-US" altLang="ko-KR" sz="1000" dirty="0"/>
            </a:br>
            <a:r>
              <a:rPr lang="en-US" altLang="ko-KR" sz="1000" dirty="0"/>
              <a:t>ACK</a:t>
            </a:r>
            <a:r>
              <a:rPr lang="ko-KR" altLang="en-US" sz="1000" dirty="0"/>
              <a:t>가 쌍이므로</a:t>
            </a:r>
            <a:r>
              <a:rPr lang="en-US" altLang="ko-KR" sz="1000" dirty="0"/>
              <a:t>, ACK </a:t>
            </a:r>
            <a:r>
              <a:rPr lang="ko-KR" altLang="en-US" sz="1000" dirty="0"/>
              <a:t>쪽에 </a:t>
            </a:r>
            <a:r>
              <a:rPr lang="en-US" altLang="ko-KR" sz="1000" dirty="0"/>
              <a:t>LED</a:t>
            </a:r>
            <a:r>
              <a:rPr lang="ko-KR" altLang="en-US" sz="1000" dirty="0"/>
              <a:t>가</a:t>
            </a:r>
            <a:br>
              <a:rPr lang="en-US" altLang="ko-KR" sz="1000" dirty="0"/>
            </a:br>
            <a:r>
              <a:rPr lang="ko-KR" altLang="en-US" sz="1000" dirty="0"/>
              <a:t>켜져 있어야 함</a:t>
            </a:r>
            <a:r>
              <a:rPr lang="en-US" altLang="ko-KR" sz="1000" dirty="0"/>
              <a:t>.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58819861-B6EB-4434-A85C-34FF01B25425}"/>
              </a:ext>
            </a:extLst>
          </p:cNvPr>
          <p:cNvSpPr/>
          <p:nvPr/>
        </p:nvSpPr>
        <p:spPr>
          <a:xfrm>
            <a:off x="3273026" y="3600562"/>
            <a:ext cx="162324" cy="67616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ED130F83-4ED9-4EB8-B698-50080A072F63}"/>
              </a:ext>
            </a:extLst>
          </p:cNvPr>
          <p:cNvSpPr/>
          <p:nvPr/>
        </p:nvSpPr>
        <p:spPr>
          <a:xfrm>
            <a:off x="4395389" y="3600562"/>
            <a:ext cx="162324" cy="67616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9E22CF03-D211-44AE-9AFE-B4F1768D52BA}"/>
              </a:ext>
            </a:extLst>
          </p:cNvPr>
          <p:cNvCxnSpPr>
            <a:cxnSpLocks/>
          </p:cNvCxnSpPr>
          <p:nvPr/>
        </p:nvCxnSpPr>
        <p:spPr>
          <a:xfrm flipH="1">
            <a:off x="4574552" y="3173363"/>
            <a:ext cx="3442822" cy="487057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ECFE3AF2-3248-4861-A57B-DCFB620CE509}"/>
              </a:ext>
            </a:extLst>
          </p:cNvPr>
          <p:cNvSpPr/>
          <p:nvPr/>
        </p:nvSpPr>
        <p:spPr>
          <a:xfrm>
            <a:off x="8017374" y="2920799"/>
            <a:ext cx="2447826" cy="1260726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B09E8E-4240-49C8-9FF3-E3BC6F86F638}"/>
              </a:ext>
            </a:extLst>
          </p:cNvPr>
          <p:cNvSpPr txBox="1"/>
          <p:nvPr/>
        </p:nvSpPr>
        <p:spPr>
          <a:xfrm>
            <a:off x="8045948" y="2968515"/>
            <a:ext cx="2331087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1000" dirty="0"/>
              <a:t>GMES Message Send LED</a:t>
            </a:r>
            <a:br>
              <a:rPr lang="en-US" altLang="ko-KR" sz="1000" dirty="0"/>
            </a:br>
            <a:r>
              <a:rPr lang="en-US" altLang="ko-KR" sz="1000" dirty="0"/>
              <a:t>GMES</a:t>
            </a:r>
            <a:r>
              <a:rPr lang="ko-KR" altLang="en-US" sz="1000" dirty="0"/>
              <a:t>로 메시지 송신여부 표시</a:t>
            </a:r>
            <a:endParaRPr lang="en-US" altLang="ko-KR" sz="1000" dirty="0"/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1000" dirty="0"/>
              <a:t>ACK </a:t>
            </a:r>
            <a:r>
              <a:rPr lang="ko-KR" altLang="en-US" sz="1000" dirty="0"/>
              <a:t>메시지 수신 시</a:t>
            </a:r>
            <a:r>
              <a:rPr lang="en-US" altLang="ko-KR" sz="1000" dirty="0"/>
              <a:t>, </a:t>
            </a:r>
            <a:br>
              <a:rPr lang="en-US" altLang="ko-KR" sz="1000" dirty="0"/>
            </a:br>
            <a:r>
              <a:rPr lang="ko-KR" altLang="en-US" sz="1000" dirty="0"/>
              <a:t>송신 메시지 </a:t>
            </a:r>
            <a:r>
              <a:rPr lang="en-US" altLang="ko-KR" sz="1000" dirty="0"/>
              <a:t>LED</a:t>
            </a:r>
            <a:r>
              <a:rPr lang="ko-KR" altLang="en-US" sz="1000" dirty="0"/>
              <a:t>는 끔</a:t>
            </a:r>
            <a:endParaRPr lang="en-US" altLang="ko-KR" sz="1000" dirty="0"/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1000" dirty="0"/>
              <a:t>GMES</a:t>
            </a:r>
            <a:r>
              <a:rPr lang="ko-KR" altLang="en-US" sz="1000" dirty="0"/>
              <a:t>는 일반적으로 송신 메시지와 </a:t>
            </a:r>
            <a:br>
              <a:rPr lang="en-US" altLang="ko-KR" sz="1000" dirty="0"/>
            </a:br>
            <a:r>
              <a:rPr lang="en-US" altLang="ko-KR" sz="1000" dirty="0"/>
              <a:t>ACK</a:t>
            </a:r>
            <a:r>
              <a:rPr lang="ko-KR" altLang="en-US" sz="1000" dirty="0"/>
              <a:t>가 쌍이므로</a:t>
            </a:r>
            <a:r>
              <a:rPr lang="en-US" altLang="ko-KR" sz="1000" dirty="0"/>
              <a:t>, ACK </a:t>
            </a:r>
            <a:r>
              <a:rPr lang="ko-KR" altLang="en-US" sz="1000" dirty="0"/>
              <a:t>쪽에 </a:t>
            </a:r>
            <a:r>
              <a:rPr lang="en-US" altLang="ko-KR" sz="1000" dirty="0"/>
              <a:t>LED</a:t>
            </a:r>
            <a:r>
              <a:rPr lang="ko-KR" altLang="en-US" sz="1000" dirty="0"/>
              <a:t>가</a:t>
            </a:r>
            <a:br>
              <a:rPr lang="en-US" altLang="ko-KR" sz="1000" dirty="0"/>
            </a:br>
            <a:r>
              <a:rPr lang="ko-KR" altLang="en-US" sz="1000" dirty="0"/>
              <a:t>켜져 있어야 함</a:t>
            </a:r>
            <a:r>
              <a:rPr lang="en-US" altLang="ko-KR" sz="1000" dirty="0"/>
              <a:t>.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0946FAF1-FFAA-4178-8F02-4FDA0B7A3600}"/>
              </a:ext>
            </a:extLst>
          </p:cNvPr>
          <p:cNvSpPr/>
          <p:nvPr/>
        </p:nvSpPr>
        <p:spPr>
          <a:xfrm>
            <a:off x="3820713" y="4598337"/>
            <a:ext cx="162324" cy="5953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B3881388-536F-4ECA-8BCC-46E96A563F61}"/>
              </a:ext>
            </a:extLst>
          </p:cNvPr>
          <p:cNvCxnSpPr>
            <a:cxnSpLocks/>
          </p:cNvCxnSpPr>
          <p:nvPr/>
        </p:nvCxnSpPr>
        <p:spPr>
          <a:xfrm flipV="1">
            <a:off x="2711850" y="4729163"/>
            <a:ext cx="1108863" cy="14399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E57A11B-AB56-4A15-868F-D0E5F5589FEC}"/>
              </a:ext>
            </a:extLst>
          </p:cNvPr>
          <p:cNvSpPr/>
          <p:nvPr/>
        </p:nvSpPr>
        <p:spPr>
          <a:xfrm>
            <a:off x="5609032" y="3600562"/>
            <a:ext cx="162324" cy="67616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19A53C68-6910-4209-96AF-3154ECE1140E}"/>
              </a:ext>
            </a:extLst>
          </p:cNvPr>
          <p:cNvCxnSpPr>
            <a:cxnSpLocks/>
          </p:cNvCxnSpPr>
          <p:nvPr/>
        </p:nvCxnSpPr>
        <p:spPr>
          <a:xfrm flipV="1">
            <a:off x="2711850" y="4276727"/>
            <a:ext cx="2890039" cy="370270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DACF2CA8-DC8E-4BD4-8BF8-966BE6A1C5A5}"/>
              </a:ext>
            </a:extLst>
          </p:cNvPr>
          <p:cNvSpPr/>
          <p:nvPr/>
        </p:nvSpPr>
        <p:spPr>
          <a:xfrm>
            <a:off x="6747888" y="3600562"/>
            <a:ext cx="162324" cy="67616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CFE958B6-CA09-4539-A294-D2E5B67894F9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2711850" y="3163677"/>
            <a:ext cx="3052363" cy="296688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9D3B9511-BB2B-4CEB-84D4-193FCA8083DB}"/>
              </a:ext>
            </a:extLst>
          </p:cNvPr>
          <p:cNvSpPr/>
          <p:nvPr/>
        </p:nvSpPr>
        <p:spPr>
          <a:xfrm>
            <a:off x="6154163" y="4598337"/>
            <a:ext cx="162324" cy="5953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82F30BA5-1060-4520-A48D-4892DACC471E}"/>
              </a:ext>
            </a:extLst>
          </p:cNvPr>
          <p:cNvSpPr/>
          <p:nvPr/>
        </p:nvSpPr>
        <p:spPr>
          <a:xfrm>
            <a:off x="3278981" y="5524500"/>
            <a:ext cx="162324" cy="41684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6A06BAD6-B112-444D-A1C8-2CE5B42E49D8}"/>
              </a:ext>
            </a:extLst>
          </p:cNvPr>
          <p:cNvSpPr/>
          <p:nvPr/>
        </p:nvSpPr>
        <p:spPr>
          <a:xfrm>
            <a:off x="5609826" y="5524500"/>
            <a:ext cx="162324" cy="41684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34691FA3-FDF2-4719-A121-70B8A33388D7}"/>
              </a:ext>
            </a:extLst>
          </p:cNvPr>
          <p:cNvSpPr/>
          <p:nvPr/>
        </p:nvSpPr>
        <p:spPr>
          <a:xfrm>
            <a:off x="264024" y="5893631"/>
            <a:ext cx="2447826" cy="485756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EAAAB7E-5009-4680-9B43-9E3FFA09757B}"/>
              </a:ext>
            </a:extLst>
          </p:cNvPr>
          <p:cNvSpPr txBox="1"/>
          <p:nvPr/>
        </p:nvSpPr>
        <p:spPr>
          <a:xfrm>
            <a:off x="292598" y="5941347"/>
            <a:ext cx="23807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1000" dirty="0"/>
              <a:t>PLC Bit ON/OFF</a:t>
            </a:r>
            <a:r>
              <a:rPr lang="ko-KR" altLang="en-US" sz="1000" dirty="0"/>
              <a:t> </a:t>
            </a:r>
            <a:r>
              <a:rPr lang="en-US" altLang="ko-KR" sz="1000" dirty="0"/>
              <a:t>LED</a:t>
            </a:r>
            <a:br>
              <a:rPr lang="en-US" altLang="ko-KR" sz="1000" dirty="0"/>
            </a:br>
            <a:r>
              <a:rPr lang="en-US" altLang="ko-KR" sz="1000" dirty="0"/>
              <a:t>PLC -&gt; PC</a:t>
            </a:r>
            <a:r>
              <a:rPr lang="ko-KR" altLang="en-US" sz="1000" dirty="0"/>
              <a:t>로 할당된 </a:t>
            </a:r>
            <a:r>
              <a:rPr lang="en-US" altLang="ko-KR" sz="1000" dirty="0"/>
              <a:t>Bit On/Off </a:t>
            </a:r>
            <a:r>
              <a:rPr lang="ko-KR" altLang="en-US" sz="1000" dirty="0"/>
              <a:t>표시</a:t>
            </a:r>
            <a:endParaRPr lang="en-US" altLang="ko-KR" sz="1000" dirty="0"/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3CC6C3ED-BACD-4FD5-BECA-F92C3DF8AB7A}"/>
              </a:ext>
            </a:extLst>
          </p:cNvPr>
          <p:cNvCxnSpPr>
            <a:cxnSpLocks/>
            <a:stCxn id="55" idx="3"/>
          </p:cNvCxnSpPr>
          <p:nvPr/>
        </p:nvCxnSpPr>
        <p:spPr>
          <a:xfrm flipV="1">
            <a:off x="2711850" y="5855733"/>
            <a:ext cx="2890039" cy="280776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24A3D73D-127C-4C43-87F2-29F590E55F33}"/>
              </a:ext>
            </a:extLst>
          </p:cNvPr>
          <p:cNvCxnSpPr>
            <a:cxnSpLocks/>
            <a:endCxn id="53" idx="1"/>
          </p:cNvCxnSpPr>
          <p:nvPr/>
        </p:nvCxnSpPr>
        <p:spPr>
          <a:xfrm flipV="1">
            <a:off x="2711850" y="5732924"/>
            <a:ext cx="567131" cy="246286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DF452872-2CA9-49AF-A9BD-BC50538609C5}"/>
              </a:ext>
            </a:extLst>
          </p:cNvPr>
          <p:cNvCxnSpPr>
            <a:cxnSpLocks/>
          </p:cNvCxnSpPr>
          <p:nvPr/>
        </p:nvCxnSpPr>
        <p:spPr>
          <a:xfrm>
            <a:off x="2711850" y="6272580"/>
            <a:ext cx="1190025" cy="142308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374438DD-6395-424B-BF94-BED175BBCD6F}"/>
              </a:ext>
            </a:extLst>
          </p:cNvPr>
          <p:cNvCxnSpPr>
            <a:cxnSpLocks/>
            <a:stCxn id="25" idx="1"/>
          </p:cNvCxnSpPr>
          <p:nvPr/>
        </p:nvCxnSpPr>
        <p:spPr>
          <a:xfrm flipH="1">
            <a:off x="6910212" y="3551162"/>
            <a:ext cx="1107162" cy="298365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E03E093B-A8F5-4AC5-BF36-1C31975D3FDE}"/>
              </a:ext>
            </a:extLst>
          </p:cNvPr>
          <p:cNvCxnSpPr>
            <a:cxnSpLocks/>
          </p:cNvCxnSpPr>
          <p:nvPr/>
        </p:nvCxnSpPr>
        <p:spPr>
          <a:xfrm flipH="1">
            <a:off x="6348151" y="3781425"/>
            <a:ext cx="1640649" cy="947738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0EFBDFE6-214B-4927-8CE4-05C1722AA595}"/>
              </a:ext>
            </a:extLst>
          </p:cNvPr>
          <p:cNvSpPr/>
          <p:nvPr/>
        </p:nvSpPr>
        <p:spPr>
          <a:xfrm>
            <a:off x="4396578" y="5524500"/>
            <a:ext cx="162324" cy="41684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3883AEFE-A2B0-4C2A-BCE4-06AC359DEA9B}"/>
              </a:ext>
            </a:extLst>
          </p:cNvPr>
          <p:cNvSpPr/>
          <p:nvPr/>
        </p:nvSpPr>
        <p:spPr>
          <a:xfrm>
            <a:off x="6752252" y="5524500"/>
            <a:ext cx="162324" cy="41684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7472A365-04EA-4DA3-9770-8A0ACAC74B86}"/>
              </a:ext>
            </a:extLst>
          </p:cNvPr>
          <p:cNvCxnSpPr>
            <a:cxnSpLocks/>
          </p:cNvCxnSpPr>
          <p:nvPr/>
        </p:nvCxnSpPr>
        <p:spPr>
          <a:xfrm flipH="1">
            <a:off x="4574553" y="5237770"/>
            <a:ext cx="3546479" cy="356999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956F2C7B-E18A-4144-89ED-0D013C8249D9}"/>
              </a:ext>
            </a:extLst>
          </p:cNvPr>
          <p:cNvCxnSpPr>
            <a:cxnSpLocks/>
          </p:cNvCxnSpPr>
          <p:nvPr/>
        </p:nvCxnSpPr>
        <p:spPr>
          <a:xfrm flipH="1">
            <a:off x="6945435" y="5350194"/>
            <a:ext cx="1175597" cy="244575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F2FBF98F-5240-4022-AF37-0FED5DDA4539}"/>
              </a:ext>
            </a:extLst>
          </p:cNvPr>
          <p:cNvCxnSpPr>
            <a:cxnSpLocks/>
          </p:cNvCxnSpPr>
          <p:nvPr/>
        </p:nvCxnSpPr>
        <p:spPr>
          <a:xfrm flipH="1">
            <a:off x="6281799" y="5480370"/>
            <a:ext cx="1839233" cy="914497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D39236C8-88D8-4A03-B329-90E29CE186B5}"/>
              </a:ext>
            </a:extLst>
          </p:cNvPr>
          <p:cNvSpPr/>
          <p:nvPr/>
        </p:nvSpPr>
        <p:spPr>
          <a:xfrm>
            <a:off x="8045948" y="5109013"/>
            <a:ext cx="2447826" cy="485756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46A9351-4FEF-4A99-B422-42933F2595A2}"/>
              </a:ext>
            </a:extLst>
          </p:cNvPr>
          <p:cNvSpPr txBox="1"/>
          <p:nvPr/>
        </p:nvSpPr>
        <p:spPr>
          <a:xfrm>
            <a:off x="8074522" y="5156729"/>
            <a:ext cx="23807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1000" dirty="0"/>
              <a:t>PC Bit ON/OFF</a:t>
            </a:r>
            <a:r>
              <a:rPr lang="ko-KR" altLang="en-US" sz="1000" dirty="0"/>
              <a:t> </a:t>
            </a:r>
            <a:r>
              <a:rPr lang="en-US" altLang="ko-KR" sz="1000" dirty="0"/>
              <a:t>LED</a:t>
            </a:r>
            <a:br>
              <a:rPr lang="en-US" altLang="ko-KR" sz="1000" dirty="0"/>
            </a:br>
            <a:r>
              <a:rPr lang="en-US" altLang="ko-KR" sz="1000" dirty="0"/>
              <a:t>PC -&gt; PLC</a:t>
            </a:r>
            <a:r>
              <a:rPr lang="ko-KR" altLang="en-US" sz="1000" dirty="0"/>
              <a:t>로 할당된 </a:t>
            </a:r>
            <a:r>
              <a:rPr lang="en-US" altLang="ko-KR" sz="1000" dirty="0"/>
              <a:t>Bit On/Off </a:t>
            </a:r>
            <a:r>
              <a:rPr lang="ko-KR" altLang="en-US" sz="1000" dirty="0"/>
              <a:t>표시</a:t>
            </a:r>
            <a:endParaRPr lang="en-US" altLang="ko-KR" sz="1000" dirty="0"/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209A7CA0-2148-487E-97FE-2FBB7F38B38C}"/>
              </a:ext>
            </a:extLst>
          </p:cNvPr>
          <p:cNvSpPr/>
          <p:nvPr/>
        </p:nvSpPr>
        <p:spPr>
          <a:xfrm>
            <a:off x="3660352" y="2855727"/>
            <a:ext cx="1876848" cy="39825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사각형: 둥근 모서리 98">
            <a:extLst>
              <a:ext uri="{FF2B5EF4-FFF2-40B4-BE49-F238E27FC236}">
                <a16:creationId xmlns:a16="http://schemas.microsoft.com/office/drawing/2014/main" id="{1B804DA4-B8A6-46E6-A4C3-D3EEEEC6BA8E}"/>
              </a:ext>
            </a:extLst>
          </p:cNvPr>
          <p:cNvSpPr/>
          <p:nvPr/>
        </p:nvSpPr>
        <p:spPr>
          <a:xfrm>
            <a:off x="6012627" y="2855727"/>
            <a:ext cx="1876848" cy="39825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06CEE7FB-03F0-4578-AB73-5A3B26A13F29}"/>
              </a:ext>
            </a:extLst>
          </p:cNvPr>
          <p:cNvSpPr/>
          <p:nvPr/>
        </p:nvSpPr>
        <p:spPr>
          <a:xfrm>
            <a:off x="8017374" y="1603519"/>
            <a:ext cx="2447826" cy="1072957"/>
          </a:xfrm>
          <a:prstGeom prst="roundRect">
            <a:avLst/>
          </a:prstGeom>
          <a:solidFill>
            <a:schemeClr val="bg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993E7E5-3B2B-452E-85E7-3CA6AF187413}"/>
              </a:ext>
            </a:extLst>
          </p:cNvPr>
          <p:cNvSpPr txBox="1"/>
          <p:nvPr/>
        </p:nvSpPr>
        <p:spPr>
          <a:xfrm>
            <a:off x="8045948" y="1651235"/>
            <a:ext cx="235032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1000" dirty="0"/>
              <a:t>Jig </a:t>
            </a:r>
            <a:r>
              <a:rPr lang="ko-KR" altLang="en-US" sz="1000" dirty="0"/>
              <a:t>상태 표시 창</a:t>
            </a:r>
            <a:br>
              <a:rPr lang="en-US" altLang="ko-KR" sz="1000" dirty="0"/>
            </a:br>
            <a:r>
              <a:rPr lang="ko-KR" altLang="en-US" sz="1000" dirty="0"/>
              <a:t>정상적일 경우</a:t>
            </a:r>
            <a:r>
              <a:rPr lang="en-US" altLang="ko-KR" sz="1000" dirty="0"/>
              <a:t>, Normal </a:t>
            </a:r>
            <a:r>
              <a:rPr lang="ko-KR" altLang="en-US" sz="1000" dirty="0"/>
              <a:t>표시와 함께</a:t>
            </a:r>
            <a:r>
              <a:rPr lang="en-US" altLang="ko-KR" sz="1000" dirty="0"/>
              <a:t>,</a:t>
            </a:r>
            <a:br>
              <a:rPr lang="en-US" altLang="ko-KR" sz="1000" dirty="0"/>
            </a:br>
            <a:r>
              <a:rPr lang="ko-KR" altLang="en-US" sz="1000" dirty="0"/>
              <a:t>녹색으로 표시됨</a:t>
            </a:r>
            <a:r>
              <a:rPr lang="en-US" altLang="ko-KR" sz="1000" dirty="0"/>
              <a:t>.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1000" dirty="0"/>
              <a:t>Error </a:t>
            </a:r>
            <a:r>
              <a:rPr lang="ko-KR" altLang="en-US" sz="1000" dirty="0"/>
              <a:t>상황일 경우</a:t>
            </a:r>
            <a:r>
              <a:rPr lang="en-US" altLang="ko-KR" sz="1000" dirty="0"/>
              <a:t>,</a:t>
            </a:r>
            <a:br>
              <a:rPr lang="en-US" altLang="ko-KR" sz="1000" dirty="0"/>
            </a:br>
            <a:r>
              <a:rPr lang="en-US" altLang="ko-KR" sz="1000" dirty="0"/>
              <a:t>Error</a:t>
            </a:r>
            <a:r>
              <a:rPr lang="ko-KR" altLang="en-US" sz="1000" dirty="0"/>
              <a:t> 메시지와 같이</a:t>
            </a:r>
            <a:r>
              <a:rPr lang="en-US" altLang="ko-KR" sz="1000" dirty="0"/>
              <a:t>,</a:t>
            </a:r>
            <a:br>
              <a:rPr lang="en-US" altLang="ko-KR" sz="1000" dirty="0"/>
            </a:br>
            <a:r>
              <a:rPr lang="ko-KR" altLang="en-US" sz="1000" dirty="0"/>
              <a:t>적색으로 표시됨</a:t>
            </a:r>
            <a:r>
              <a:rPr lang="en-US" altLang="ko-KR" sz="1000" dirty="0"/>
              <a:t>.</a:t>
            </a:r>
          </a:p>
        </p:txBody>
      </p: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284EC40C-8210-4C04-97C7-D2813093113E}"/>
              </a:ext>
            </a:extLst>
          </p:cNvPr>
          <p:cNvCxnSpPr>
            <a:cxnSpLocks/>
          </p:cNvCxnSpPr>
          <p:nvPr/>
        </p:nvCxnSpPr>
        <p:spPr>
          <a:xfrm flipH="1">
            <a:off x="5520605" y="2202633"/>
            <a:ext cx="2468195" cy="641917"/>
          </a:xfrm>
          <a:prstGeom prst="straightConnector1">
            <a:avLst/>
          </a:prstGeom>
          <a:ln w="25400">
            <a:solidFill>
              <a:srgbClr val="FFFF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09902243-F9A1-4AEE-B608-A80A4C651C93}"/>
              </a:ext>
            </a:extLst>
          </p:cNvPr>
          <p:cNvCxnSpPr>
            <a:cxnSpLocks/>
          </p:cNvCxnSpPr>
          <p:nvPr/>
        </p:nvCxnSpPr>
        <p:spPr>
          <a:xfrm flipH="1">
            <a:off x="6886935" y="2338944"/>
            <a:ext cx="1101865" cy="505606"/>
          </a:xfrm>
          <a:prstGeom prst="straightConnector1">
            <a:avLst/>
          </a:prstGeom>
          <a:ln w="25400">
            <a:solidFill>
              <a:srgbClr val="FFFF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8753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System Configuration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</a:p>
          <a:p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8" y="1243564"/>
            <a:ext cx="491440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GMES Interface SW </a:t>
            </a:r>
            <a:r>
              <a:rPr lang="ko-KR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화면 </a:t>
            </a: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– Error </a:t>
            </a:r>
            <a:r>
              <a:rPr lang="ko-KR" altLang="en-US" b="1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상황시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30654D8-ADD9-4561-A027-FF3D1122C2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967" y="1657906"/>
            <a:ext cx="4843433" cy="5041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591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CEBBF3D-F8E4-4E56-AB78-E8427C2F4B6F}"/>
              </a:ext>
            </a:extLst>
          </p:cNvPr>
          <p:cNvSpPr/>
          <p:nvPr/>
        </p:nvSpPr>
        <p:spPr>
          <a:xfrm>
            <a:off x="0" y="3879395"/>
            <a:ext cx="10734675" cy="133077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feld 6">
            <a:extLst>
              <a:ext uri="{FF2B5EF4-FFF2-40B4-BE49-F238E27FC236}">
                <a16:creationId xmlns:a16="http://schemas.microsoft.com/office/drawing/2014/main" id="{1B8C4328-CDA4-444F-8733-13141F4F244A}"/>
              </a:ext>
            </a:extLst>
          </p:cNvPr>
          <p:cNvSpPr txBox="1"/>
          <p:nvPr/>
        </p:nvSpPr>
        <p:spPr>
          <a:xfrm>
            <a:off x="504825" y="2776764"/>
            <a:ext cx="143880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9pPr>
          </a:lstStyle>
          <a:p>
            <a:pPr algn="r"/>
            <a:r>
              <a:rPr lang="de-DE" sz="86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6" name="Textfeld 6">
            <a:extLst>
              <a:ext uri="{FF2B5EF4-FFF2-40B4-BE49-F238E27FC236}">
                <a16:creationId xmlns:a16="http://schemas.microsoft.com/office/drawing/2014/main" id="{AFBE382C-DF31-481D-9390-4C9B8C903ED3}"/>
              </a:ext>
            </a:extLst>
          </p:cNvPr>
          <p:cNvSpPr txBox="1"/>
          <p:nvPr/>
        </p:nvSpPr>
        <p:spPr>
          <a:xfrm>
            <a:off x="228599" y="3879395"/>
            <a:ext cx="111537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9pPr>
          </a:lstStyle>
          <a:p>
            <a:r>
              <a:rPr lang="de-DE" sz="4000" b="1" dirty="0">
                <a:solidFill>
                  <a:schemeClr val="bg1"/>
                </a:solidFill>
                <a:latin typeface="Adobe Heiti Std R" panose="020B0400000000000000" pitchFamily="34" charset="-128"/>
                <a:ea typeface="Adobe Heiti Std R" panose="020B0400000000000000" pitchFamily="34" charset="-128"/>
              </a:rPr>
              <a:t>GMES – Communication Scenario</a:t>
            </a:r>
          </a:p>
        </p:txBody>
      </p:sp>
    </p:spTree>
    <p:extLst>
      <p:ext uri="{BB962C8B-B14F-4D97-AF65-F5344CB8AC3E}">
        <p14:creationId xmlns:p14="http://schemas.microsoft.com/office/powerpoint/2010/main" val="3108569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ONLINE MODE INITIAL SCENARIO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BAF3680-0309-4821-ADF0-961DD8B5E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650" y="1889551"/>
            <a:ext cx="2888131" cy="43167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004A320-81EE-45C7-985B-989EC97F86F2}"/>
              </a:ext>
            </a:extLst>
          </p:cNvPr>
          <p:cNvSpPr txBox="1"/>
          <p:nvPr/>
        </p:nvSpPr>
        <p:spPr>
          <a:xfrm>
            <a:off x="4069183" y="1788560"/>
            <a:ext cx="55790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600" dirty="0">
                <a:solidFill>
                  <a:srgbClr val="0000FF"/>
                </a:solidFill>
              </a:rPr>
              <a:t>초기화 시나리오</a:t>
            </a:r>
            <a:r>
              <a:rPr lang="en-US" altLang="ko-KR" sz="1600" dirty="0">
                <a:solidFill>
                  <a:srgbClr val="0000FF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200" dirty="0"/>
              <a:t>MES Interface SW(</a:t>
            </a:r>
            <a:r>
              <a:rPr lang="ko-KR" altLang="en-US" sz="1200" dirty="0"/>
              <a:t>이하 </a:t>
            </a:r>
            <a:r>
              <a:rPr lang="en-US" altLang="ko-KR" sz="1200" dirty="0"/>
              <a:t>MIS</a:t>
            </a:r>
            <a:r>
              <a:rPr lang="ko-KR" altLang="en-US" sz="1200" dirty="0"/>
              <a:t>로 표시</a:t>
            </a:r>
            <a:r>
              <a:rPr lang="en-US" altLang="ko-KR" sz="1200" dirty="0"/>
              <a:t>) </a:t>
            </a:r>
            <a:r>
              <a:rPr lang="ko-KR" altLang="en-US" sz="1200" dirty="0"/>
              <a:t>실행 시</a:t>
            </a:r>
            <a:r>
              <a:rPr lang="en-US" altLang="ko-KR" sz="1200" dirty="0"/>
              <a:t>, GMES</a:t>
            </a:r>
            <a:r>
              <a:rPr lang="ko-KR" altLang="en-US" sz="1200" dirty="0"/>
              <a:t>와 초기 연결 시나리오</a:t>
            </a:r>
            <a:endParaRPr lang="en-US" altLang="ko-KR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6AA12C-61B3-419E-9009-2B21A9D291CB}"/>
              </a:ext>
            </a:extLst>
          </p:cNvPr>
          <p:cNvSpPr txBox="1"/>
          <p:nvPr/>
        </p:nvSpPr>
        <p:spPr>
          <a:xfrm>
            <a:off x="4069183" y="4353459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EDTS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메시지 수신 후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컴퓨터 시간을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GMES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에서 보내준 시간으로 변경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C033666A-F869-4E59-B331-6F4F29012756}"/>
              </a:ext>
            </a:extLst>
          </p:cNvPr>
          <p:cNvSpPr/>
          <p:nvPr/>
        </p:nvSpPr>
        <p:spPr>
          <a:xfrm>
            <a:off x="904875" y="5339554"/>
            <a:ext cx="3076575" cy="562057"/>
          </a:xfrm>
          <a:prstGeom prst="roundRect">
            <a:avLst/>
          </a:prstGeom>
          <a:solidFill>
            <a:schemeClr val="bg1">
              <a:lumMod val="65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FF0000"/>
                </a:solidFill>
              </a:rPr>
              <a:t>생략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84C92D-A812-4554-9FE8-BFCB8703F2DF}"/>
              </a:ext>
            </a:extLst>
          </p:cNvPr>
          <p:cNvSpPr txBox="1"/>
          <p:nvPr/>
        </p:nvSpPr>
        <p:spPr>
          <a:xfrm>
            <a:off x="4069183" y="5407787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장비의 상태는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PLC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에서 제어하므로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EESR 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동작은 생략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D52DE2-87B8-4C11-BF7B-8226B3A7E07B}"/>
              </a:ext>
            </a:extLst>
          </p:cNvPr>
          <p:cNvSpPr txBox="1"/>
          <p:nvPr/>
        </p:nvSpPr>
        <p:spPr>
          <a:xfrm>
            <a:off x="4069183" y="484650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통신상태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Online)</a:t>
            </a: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보고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br>
              <a:rPr lang="en-US" altLang="ko-KR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</a:br>
            <a:r>
              <a:rPr lang="en-US" altLang="ko-KR" sz="1200" dirty="0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※ </a:t>
            </a:r>
            <a:r>
              <a:rPr lang="ko-KR" altLang="en-US" sz="1200" dirty="0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주의 </a:t>
            </a:r>
            <a:r>
              <a:rPr lang="en-US" altLang="ko-KR" sz="1200" dirty="0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: Online</a:t>
            </a:r>
            <a:r>
              <a:rPr lang="ko-KR" altLang="en-US" sz="1200" dirty="0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이 아닐 경우</a:t>
            </a:r>
            <a:r>
              <a:rPr lang="en-US" altLang="ko-KR" sz="1200" dirty="0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이후 보고 사항 상위</a:t>
            </a:r>
            <a:r>
              <a:rPr lang="en-US" altLang="ko-KR" sz="1200" dirty="0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(GMES)</a:t>
            </a:r>
            <a:r>
              <a:rPr lang="ko-KR" altLang="en-US" sz="1200" dirty="0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에서 응답 없음</a:t>
            </a:r>
            <a:r>
              <a:rPr lang="en-US" altLang="ko-KR" sz="1200" dirty="0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45A914-5817-4A03-8B81-369EB1784E0B}"/>
              </a:ext>
            </a:extLst>
          </p:cNvPr>
          <p:cNvSpPr txBox="1"/>
          <p:nvPr/>
        </p:nvSpPr>
        <p:spPr>
          <a:xfrm>
            <a:off x="4069183" y="3160631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EAYT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메시지를 이용하여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MES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상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의 현장비에 대한 정보를 획득한다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97771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ONLINE NORMAL SCENARIO (1/2)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04A320-81EE-45C7-985B-989EC97F86F2}"/>
              </a:ext>
            </a:extLst>
          </p:cNvPr>
          <p:cNvSpPr txBox="1"/>
          <p:nvPr/>
        </p:nvSpPr>
        <p:spPr>
          <a:xfrm>
            <a:off x="4069183" y="1788560"/>
            <a:ext cx="48397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600" dirty="0">
                <a:solidFill>
                  <a:srgbClr val="0000FF"/>
                </a:solidFill>
              </a:rPr>
              <a:t>일반 시나리오</a:t>
            </a:r>
            <a:r>
              <a:rPr lang="en-US" altLang="ko-KR" sz="1600" dirty="0">
                <a:solidFill>
                  <a:srgbClr val="0000FF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/>
              <a:t>제품</a:t>
            </a:r>
            <a:r>
              <a:rPr lang="en-US" altLang="ko-KR" sz="1200" dirty="0"/>
              <a:t>(</a:t>
            </a:r>
            <a:r>
              <a:rPr lang="ko-KR" altLang="en-US" sz="1200" dirty="0" err="1"/>
              <a:t>스테이터</a:t>
            </a:r>
            <a:r>
              <a:rPr lang="en-US" altLang="ko-KR" sz="1200" dirty="0"/>
              <a:t>) </a:t>
            </a:r>
            <a:r>
              <a:rPr lang="ko-KR" altLang="en-US" sz="1200" dirty="0"/>
              <a:t>투입에서 배출까지의 일반상황에 대한 시나리오</a:t>
            </a:r>
            <a:endParaRPr lang="en-US" altLang="ko-KR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6AA12C-61B3-419E-9009-2B21A9D291CB}"/>
              </a:ext>
            </a:extLst>
          </p:cNvPr>
          <p:cNvSpPr txBox="1"/>
          <p:nvPr/>
        </p:nvSpPr>
        <p:spPr>
          <a:xfrm>
            <a:off x="4069183" y="2901711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Link Test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로 연결여부 확인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상시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약 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10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초 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~ 30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초 간격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, GMES 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설정에 따라 달라짐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)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C033666A-F869-4E59-B331-6F4F29012756}"/>
              </a:ext>
            </a:extLst>
          </p:cNvPr>
          <p:cNvSpPr/>
          <p:nvPr/>
        </p:nvSpPr>
        <p:spPr>
          <a:xfrm>
            <a:off x="804661" y="5616553"/>
            <a:ext cx="3076575" cy="562057"/>
          </a:xfrm>
          <a:prstGeom prst="roundRect">
            <a:avLst/>
          </a:prstGeom>
          <a:solidFill>
            <a:schemeClr val="bg1">
              <a:lumMod val="65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다음장에 계속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D2ACEC9-DC77-406F-8020-C224FCE67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61" y="2082869"/>
            <a:ext cx="3117396" cy="339518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EF653C1-9F63-48FF-8284-F0A6F43079C2}"/>
              </a:ext>
            </a:extLst>
          </p:cNvPr>
          <p:cNvSpPr txBox="1"/>
          <p:nvPr/>
        </p:nvSpPr>
        <p:spPr>
          <a:xfrm>
            <a:off x="4069183" y="3832113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투입 보고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바코드로 읽은 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LOT ID 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보고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)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D2893F-16D2-4D47-A423-DA5431108566}"/>
              </a:ext>
            </a:extLst>
          </p:cNvPr>
          <p:cNvSpPr txBox="1"/>
          <p:nvPr/>
        </p:nvSpPr>
        <p:spPr>
          <a:xfrm>
            <a:off x="4069183" y="4934740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LOT ID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에 해당되는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Product Data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수신</a:t>
            </a:r>
          </a:p>
        </p:txBody>
      </p:sp>
    </p:spTree>
    <p:extLst>
      <p:ext uri="{BB962C8B-B14F-4D97-AF65-F5344CB8AC3E}">
        <p14:creationId xmlns:p14="http://schemas.microsoft.com/office/powerpoint/2010/main" val="32724500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ONLINE NORMAL SCENARIO (2/2)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6AA12C-61B3-419E-9009-2B21A9D291CB}"/>
              </a:ext>
            </a:extLst>
          </p:cNvPr>
          <p:cNvSpPr txBox="1"/>
          <p:nvPr/>
        </p:nvSpPr>
        <p:spPr>
          <a:xfrm>
            <a:off x="4069183" y="3458607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제품 정보 관련 생성하지 않으므로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EAPD 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생략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F653C1-9F63-48FF-8284-F0A6F43079C2}"/>
              </a:ext>
            </a:extLst>
          </p:cNvPr>
          <p:cNvSpPr txBox="1"/>
          <p:nvPr/>
        </p:nvSpPr>
        <p:spPr>
          <a:xfrm>
            <a:off x="4069183" y="4160281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200" b="1" dirty="0">
                <a:solidFill>
                  <a:srgbClr val="0000FF"/>
                </a:solidFill>
                <a:latin typeface="맑은 고딕" panose="020F0502020204030204"/>
                <a:ea typeface="맑은 고딕" panose="020B0503020000020004" pitchFamily="50" charset="-127"/>
              </a:rPr>
              <a:t>배출보고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(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검사 결과 데이터 송신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)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2C9E6AF-A51A-4F0D-97C7-7599FE754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282" y="1870501"/>
            <a:ext cx="3065954" cy="3868452"/>
          </a:xfrm>
          <a:prstGeom prst="rect">
            <a:avLst/>
          </a:prstGeom>
        </p:spPr>
      </p:pic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F01B81C-BB27-48EB-920D-2AF57981DD62}"/>
              </a:ext>
            </a:extLst>
          </p:cNvPr>
          <p:cNvSpPr/>
          <p:nvPr/>
        </p:nvSpPr>
        <p:spPr>
          <a:xfrm>
            <a:off x="827477" y="2324100"/>
            <a:ext cx="3076575" cy="590550"/>
          </a:xfrm>
          <a:prstGeom prst="roundRect">
            <a:avLst/>
          </a:prstGeom>
          <a:solidFill>
            <a:schemeClr val="bg1">
              <a:lumMod val="65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FF0000"/>
                </a:solidFill>
              </a:rPr>
              <a:t>생략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81DF45-DFC8-4164-A995-752BCD67682F}"/>
              </a:ext>
            </a:extLst>
          </p:cNvPr>
          <p:cNvSpPr txBox="1"/>
          <p:nvPr/>
        </p:nvSpPr>
        <p:spPr>
          <a:xfrm>
            <a:off x="4069183" y="2384684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장비의 상태는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PLC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에서 제어하므로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EESR 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동작은 생략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DCC7EFF-58BC-4B36-89D8-8021073F52BA}"/>
              </a:ext>
            </a:extLst>
          </p:cNvPr>
          <p:cNvSpPr/>
          <p:nvPr/>
        </p:nvSpPr>
        <p:spPr>
          <a:xfrm>
            <a:off x="827477" y="3410982"/>
            <a:ext cx="3076575" cy="590550"/>
          </a:xfrm>
          <a:prstGeom prst="roundRect">
            <a:avLst/>
          </a:prstGeom>
          <a:solidFill>
            <a:schemeClr val="bg1">
              <a:lumMod val="65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FF0000"/>
                </a:solidFill>
              </a:rPr>
              <a:t>생략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248DEC89-BD83-4E77-A8DB-7D02AD34BC7D}"/>
              </a:ext>
            </a:extLst>
          </p:cNvPr>
          <p:cNvSpPr/>
          <p:nvPr/>
        </p:nvSpPr>
        <p:spPr>
          <a:xfrm>
            <a:off x="827477" y="4777171"/>
            <a:ext cx="3076575" cy="590550"/>
          </a:xfrm>
          <a:prstGeom prst="roundRect">
            <a:avLst/>
          </a:prstGeom>
          <a:solidFill>
            <a:schemeClr val="bg1">
              <a:lumMod val="65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FF0000"/>
                </a:solidFill>
              </a:rPr>
              <a:t>생략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25CC70-5098-4967-9633-80D69D77BD4D}"/>
              </a:ext>
            </a:extLst>
          </p:cNvPr>
          <p:cNvSpPr txBox="1"/>
          <p:nvPr/>
        </p:nvSpPr>
        <p:spPr>
          <a:xfrm>
            <a:off x="4069183" y="4875855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장비의 상태는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PLC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에서 제어하므로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EESR 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동작은 생략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94915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CEBBF3D-F8E4-4E56-AB78-E8427C2F4B6F}"/>
              </a:ext>
            </a:extLst>
          </p:cNvPr>
          <p:cNvSpPr/>
          <p:nvPr/>
        </p:nvSpPr>
        <p:spPr>
          <a:xfrm>
            <a:off x="0" y="3879395"/>
            <a:ext cx="10734675" cy="133077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feld 6">
            <a:extLst>
              <a:ext uri="{FF2B5EF4-FFF2-40B4-BE49-F238E27FC236}">
                <a16:creationId xmlns:a16="http://schemas.microsoft.com/office/drawing/2014/main" id="{1B8C4328-CDA4-444F-8733-13141F4F244A}"/>
              </a:ext>
            </a:extLst>
          </p:cNvPr>
          <p:cNvSpPr txBox="1"/>
          <p:nvPr/>
        </p:nvSpPr>
        <p:spPr>
          <a:xfrm>
            <a:off x="504825" y="2776764"/>
            <a:ext cx="143880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9pPr>
          </a:lstStyle>
          <a:p>
            <a:pPr algn="r"/>
            <a:r>
              <a:rPr lang="de-DE" sz="86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6" name="Textfeld 6">
            <a:extLst>
              <a:ext uri="{FF2B5EF4-FFF2-40B4-BE49-F238E27FC236}">
                <a16:creationId xmlns:a16="http://schemas.microsoft.com/office/drawing/2014/main" id="{AFBE382C-DF31-481D-9390-4C9B8C903ED3}"/>
              </a:ext>
            </a:extLst>
          </p:cNvPr>
          <p:cNvSpPr txBox="1"/>
          <p:nvPr/>
        </p:nvSpPr>
        <p:spPr>
          <a:xfrm>
            <a:off x="228599" y="3879395"/>
            <a:ext cx="111537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9pPr>
          </a:lstStyle>
          <a:p>
            <a:r>
              <a:rPr lang="de-DE" sz="4000" b="1" dirty="0">
                <a:solidFill>
                  <a:schemeClr val="bg1"/>
                </a:solidFill>
                <a:latin typeface="Adobe Heiti Std R" panose="020B0400000000000000" pitchFamily="34" charset="-128"/>
                <a:ea typeface="Adobe Heiti Std R" panose="020B0400000000000000" pitchFamily="34" charset="-128"/>
              </a:rPr>
              <a:t>PLC – Communication Scenario</a:t>
            </a:r>
          </a:p>
        </p:txBody>
      </p:sp>
    </p:spTree>
    <p:extLst>
      <p:ext uri="{BB962C8B-B14F-4D97-AF65-F5344CB8AC3E}">
        <p14:creationId xmlns:p14="http://schemas.microsoft.com/office/powerpoint/2010/main" val="10571750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Link Test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GMES(PLC)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5294879-7584-2B7B-5075-13ADADCB59EA}"/>
              </a:ext>
            </a:extLst>
          </p:cNvPr>
          <p:cNvSpPr/>
          <p:nvPr/>
        </p:nvSpPr>
        <p:spPr>
          <a:xfrm>
            <a:off x="9110546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PLC</a:t>
            </a:r>
            <a:endParaRPr lang="ko-KR" altLang="en-US" sz="14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EDC52FF-7CF7-0D85-A109-5DD5429FEF7A}"/>
              </a:ext>
            </a:extLst>
          </p:cNvPr>
          <p:cNvSpPr/>
          <p:nvPr/>
        </p:nvSpPr>
        <p:spPr>
          <a:xfrm>
            <a:off x="5168840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Laser PC</a:t>
            </a:r>
            <a:endParaRPr lang="ko-KR" altLang="en-US" sz="14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A82046B-D4B7-CB30-097A-DC43381463CF}"/>
              </a:ext>
            </a:extLst>
          </p:cNvPr>
          <p:cNvSpPr/>
          <p:nvPr/>
        </p:nvSpPr>
        <p:spPr>
          <a:xfrm>
            <a:off x="1227133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Host(GMES)</a:t>
            </a:r>
            <a:endParaRPr lang="ko-KR" altLang="en-US" sz="14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3EF1E80-172A-8309-FA63-C328D5562C36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2080202" y="2297153"/>
            <a:ext cx="0" cy="3978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308F1A8-F481-116A-94A2-4D49772EF94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021909" y="2297153"/>
            <a:ext cx="0" cy="3811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1227DF8-4A95-2BF5-9E66-A37A12044CA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9963615" y="2297153"/>
            <a:ext cx="0" cy="3811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C5DD750D-C13C-6BC2-0526-C77FD44AB0DC}"/>
              </a:ext>
            </a:extLst>
          </p:cNvPr>
          <p:cNvCxnSpPr>
            <a:cxnSpLocks/>
          </p:cNvCxnSpPr>
          <p:nvPr/>
        </p:nvCxnSpPr>
        <p:spPr>
          <a:xfrm>
            <a:off x="6021909" y="2898587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FFC429C-F306-6816-E9A5-75FB7AB77604}"/>
              </a:ext>
            </a:extLst>
          </p:cNvPr>
          <p:cNvSpPr txBox="1"/>
          <p:nvPr/>
        </p:nvSpPr>
        <p:spPr>
          <a:xfrm>
            <a:off x="7348195" y="2590810"/>
            <a:ext cx="12891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D50000.0 </a:t>
            </a:r>
            <a:r>
              <a:rPr lang="en-US" altLang="ko-KR" sz="1400" b="1" dirty="0">
                <a:solidFill>
                  <a:srgbClr val="FF0000"/>
                </a:solidFill>
              </a:rPr>
              <a:t>ON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F1F45F6-F38C-242A-3061-8112648B7F61}"/>
              </a:ext>
            </a:extLst>
          </p:cNvPr>
          <p:cNvSpPr/>
          <p:nvPr/>
        </p:nvSpPr>
        <p:spPr>
          <a:xfrm>
            <a:off x="6779941" y="3077007"/>
            <a:ext cx="2732048" cy="27878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1 </a:t>
            </a:r>
            <a:r>
              <a:rPr lang="ko-KR" altLang="en-US" sz="1200" dirty="0"/>
              <a:t>초 후</a:t>
            </a: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44616E10-8434-E351-A072-4F745736FD3A}"/>
              </a:ext>
            </a:extLst>
          </p:cNvPr>
          <p:cNvCxnSpPr>
            <a:cxnSpLocks/>
          </p:cNvCxnSpPr>
          <p:nvPr/>
        </p:nvCxnSpPr>
        <p:spPr>
          <a:xfrm>
            <a:off x="6021909" y="3801835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641DF68-DF35-C6E4-240A-5621CA2F2A4D}"/>
              </a:ext>
            </a:extLst>
          </p:cNvPr>
          <p:cNvSpPr txBox="1"/>
          <p:nvPr/>
        </p:nvSpPr>
        <p:spPr>
          <a:xfrm>
            <a:off x="7348195" y="3494058"/>
            <a:ext cx="1330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D50000.0 </a:t>
            </a:r>
            <a:r>
              <a:rPr lang="en-US" altLang="ko-KR" sz="1400" b="1" dirty="0">
                <a:solidFill>
                  <a:srgbClr val="0000FF"/>
                </a:solidFill>
              </a:rPr>
              <a:t>OFF</a:t>
            </a:r>
            <a:endParaRPr lang="ko-KR" altLang="en-US" sz="1400" b="1" dirty="0">
              <a:solidFill>
                <a:srgbClr val="0000FF"/>
              </a:solidFill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AF2F3EA9-89A9-24DE-212D-D610F182BE57}"/>
              </a:ext>
            </a:extLst>
          </p:cNvPr>
          <p:cNvSpPr/>
          <p:nvPr/>
        </p:nvSpPr>
        <p:spPr>
          <a:xfrm>
            <a:off x="5698274" y="2497873"/>
            <a:ext cx="4672360" cy="1449659"/>
          </a:xfrm>
          <a:prstGeom prst="roundRect">
            <a:avLst>
              <a:gd name="adj" fmla="val 8592"/>
            </a:avLst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74DACD2A-218D-B7C1-BF42-A6E95FD8A11D}"/>
              </a:ext>
            </a:extLst>
          </p:cNvPr>
          <p:cNvSpPr/>
          <p:nvPr/>
        </p:nvSpPr>
        <p:spPr>
          <a:xfrm>
            <a:off x="5700578" y="2503838"/>
            <a:ext cx="1102517" cy="305539"/>
          </a:xfrm>
          <a:prstGeom prst="roundRect">
            <a:avLst>
              <a:gd name="adj" fmla="val 8592"/>
            </a:avLst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반복</a:t>
            </a: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E301C92-0A14-563F-9F9C-8A3A0E580071}"/>
              </a:ext>
            </a:extLst>
          </p:cNvPr>
          <p:cNvCxnSpPr>
            <a:cxnSpLocks/>
          </p:cNvCxnSpPr>
          <p:nvPr/>
        </p:nvCxnSpPr>
        <p:spPr>
          <a:xfrm>
            <a:off x="6021909" y="4831512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245C28C-8B56-F16B-CBD5-8198B0D46ED8}"/>
              </a:ext>
            </a:extLst>
          </p:cNvPr>
          <p:cNvSpPr txBox="1"/>
          <p:nvPr/>
        </p:nvSpPr>
        <p:spPr>
          <a:xfrm>
            <a:off x="7348195" y="4523735"/>
            <a:ext cx="12891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D51000.0 </a:t>
            </a:r>
            <a:r>
              <a:rPr lang="en-US" altLang="ko-KR" sz="1400" b="1" dirty="0">
                <a:solidFill>
                  <a:srgbClr val="FF0000"/>
                </a:solidFill>
              </a:rPr>
              <a:t>ON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9924312-AA5D-B5D5-EAC2-B1E80350A592}"/>
              </a:ext>
            </a:extLst>
          </p:cNvPr>
          <p:cNvSpPr/>
          <p:nvPr/>
        </p:nvSpPr>
        <p:spPr>
          <a:xfrm>
            <a:off x="6779941" y="5009932"/>
            <a:ext cx="2732048" cy="27878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1 </a:t>
            </a:r>
            <a:r>
              <a:rPr lang="ko-KR" altLang="en-US" sz="1200" dirty="0"/>
              <a:t>초 후</a:t>
            </a: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63E6C3D9-87FB-8515-BCA9-E0DBCF781AA9}"/>
              </a:ext>
            </a:extLst>
          </p:cNvPr>
          <p:cNvCxnSpPr>
            <a:cxnSpLocks/>
          </p:cNvCxnSpPr>
          <p:nvPr/>
        </p:nvCxnSpPr>
        <p:spPr>
          <a:xfrm>
            <a:off x="6021909" y="5734760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A03F46E-8A59-51B0-E538-212EA2DD7FFA}"/>
              </a:ext>
            </a:extLst>
          </p:cNvPr>
          <p:cNvSpPr txBox="1"/>
          <p:nvPr/>
        </p:nvSpPr>
        <p:spPr>
          <a:xfrm>
            <a:off x="7348195" y="5426983"/>
            <a:ext cx="1330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D51000.0 </a:t>
            </a:r>
            <a:r>
              <a:rPr lang="en-US" altLang="ko-KR" sz="1400" b="1" dirty="0">
                <a:solidFill>
                  <a:srgbClr val="0000FF"/>
                </a:solidFill>
              </a:rPr>
              <a:t>OFF</a:t>
            </a:r>
            <a:endParaRPr lang="ko-KR" altLang="en-US" sz="1400" b="1" dirty="0">
              <a:solidFill>
                <a:srgbClr val="0000FF"/>
              </a:solidFill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E7CDE51C-A6F9-5088-9547-9C810CA02B7A}"/>
              </a:ext>
            </a:extLst>
          </p:cNvPr>
          <p:cNvSpPr/>
          <p:nvPr/>
        </p:nvSpPr>
        <p:spPr>
          <a:xfrm>
            <a:off x="5698274" y="4430798"/>
            <a:ext cx="4672360" cy="1449659"/>
          </a:xfrm>
          <a:prstGeom prst="roundRect">
            <a:avLst>
              <a:gd name="adj" fmla="val 8592"/>
            </a:avLst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31375457-B7D7-0BD8-0C5B-4999816B647D}"/>
              </a:ext>
            </a:extLst>
          </p:cNvPr>
          <p:cNvSpPr/>
          <p:nvPr/>
        </p:nvSpPr>
        <p:spPr>
          <a:xfrm>
            <a:off x="5700578" y="4436763"/>
            <a:ext cx="1102517" cy="305539"/>
          </a:xfrm>
          <a:prstGeom prst="roundRect">
            <a:avLst>
              <a:gd name="adj" fmla="val 8592"/>
            </a:avLst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반복</a:t>
            </a: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60A00483-FDBF-5C45-077A-578A56865B23}"/>
              </a:ext>
            </a:extLst>
          </p:cNvPr>
          <p:cNvGrpSpPr/>
          <p:nvPr/>
        </p:nvGrpSpPr>
        <p:grpSpPr>
          <a:xfrm>
            <a:off x="10278382" y="701119"/>
            <a:ext cx="1598179" cy="751414"/>
            <a:chOff x="10278382" y="701119"/>
            <a:chExt cx="1598179" cy="751414"/>
          </a:xfrm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955D1375-CDF1-27E7-BC47-2E82E13F0684}"/>
                </a:ext>
              </a:extLst>
            </p:cNvPr>
            <p:cNvSpPr/>
            <p:nvPr/>
          </p:nvSpPr>
          <p:spPr>
            <a:xfrm>
              <a:off x="10278382" y="701119"/>
              <a:ext cx="1598179" cy="75141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4" name="직선 화살표 연결선 43">
              <a:extLst>
                <a:ext uri="{FF2B5EF4-FFF2-40B4-BE49-F238E27FC236}">
                  <a16:creationId xmlns:a16="http://schemas.microsoft.com/office/drawing/2014/main" id="{83975F24-75D3-5502-F138-034292963934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968404"/>
              <a:ext cx="437309" cy="0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화살표 연결선 44">
              <a:extLst>
                <a:ext uri="{FF2B5EF4-FFF2-40B4-BE49-F238E27FC236}">
                  <a16:creationId xmlns:a16="http://schemas.microsoft.com/office/drawing/2014/main" id="{D5A5F700-1429-6DF7-7409-401229CE2B92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1261531"/>
              <a:ext cx="437309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6FB6BD0-50C6-0815-D03D-EA2BD88417F4}"/>
                </a:ext>
              </a:extLst>
            </p:cNvPr>
            <p:cNvSpPr txBox="1"/>
            <p:nvPr/>
          </p:nvSpPr>
          <p:spPr>
            <a:xfrm>
              <a:off x="10926069" y="844995"/>
              <a:ext cx="7468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PLC</a:t>
              </a:r>
              <a:r>
                <a:rPr lang="ko-KR" altLang="en-US" sz="1200" dirty="0"/>
                <a:t>통신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497F1C8-6F35-1364-DA19-0AC580A9AE99}"/>
                </a:ext>
              </a:extLst>
            </p:cNvPr>
            <p:cNvSpPr txBox="1"/>
            <p:nvPr/>
          </p:nvSpPr>
          <p:spPr>
            <a:xfrm>
              <a:off x="10926069" y="1135605"/>
              <a:ext cx="7970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MES</a:t>
              </a:r>
              <a:r>
                <a:rPr lang="ko-KR" altLang="en-US" sz="1200" dirty="0"/>
                <a:t>통신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495724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DA7C6F15-F20A-427E-BBF0-B29C4A6C71E7}"/>
              </a:ext>
            </a:extLst>
          </p:cNvPr>
          <p:cNvCxnSpPr>
            <a:cxnSpLocks/>
          </p:cNvCxnSpPr>
          <p:nvPr/>
        </p:nvCxnSpPr>
        <p:spPr>
          <a:xfrm>
            <a:off x="6899167" y="3454462"/>
            <a:ext cx="3064448" cy="15215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724" y="514769"/>
            <a:ext cx="7838576" cy="562057"/>
          </a:xfrm>
        </p:spPr>
        <p:txBody>
          <a:bodyPr>
            <a:normAutofit/>
          </a:bodyPr>
          <a:lstStyle/>
          <a:p>
            <a:r>
              <a:rPr lang="ko-KR" altLang="en-US" dirty="0" err="1"/>
              <a:t>스테이터</a:t>
            </a:r>
            <a:r>
              <a:rPr lang="ko-KR" altLang="en-US" dirty="0"/>
              <a:t> 투입보고 </a:t>
            </a:r>
            <a:r>
              <a:rPr lang="en-US" altLang="ko-KR" dirty="0"/>
              <a:t>– JIG A Normal Case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GMES(PLC)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5294879-7584-2B7B-5075-13ADADCB59EA}"/>
              </a:ext>
            </a:extLst>
          </p:cNvPr>
          <p:cNvSpPr/>
          <p:nvPr/>
        </p:nvSpPr>
        <p:spPr>
          <a:xfrm>
            <a:off x="9110546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PLC</a:t>
            </a:r>
            <a:endParaRPr lang="ko-KR" altLang="en-US" sz="14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EDC52FF-7CF7-0D85-A109-5DD5429FEF7A}"/>
              </a:ext>
            </a:extLst>
          </p:cNvPr>
          <p:cNvSpPr/>
          <p:nvPr/>
        </p:nvSpPr>
        <p:spPr>
          <a:xfrm>
            <a:off x="5168840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Laser PC</a:t>
            </a:r>
            <a:endParaRPr lang="ko-KR" altLang="en-US" sz="14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A82046B-D4B7-CB30-097A-DC43381463CF}"/>
              </a:ext>
            </a:extLst>
          </p:cNvPr>
          <p:cNvSpPr/>
          <p:nvPr/>
        </p:nvSpPr>
        <p:spPr>
          <a:xfrm>
            <a:off x="1227133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Host(GMES)</a:t>
            </a:r>
            <a:endParaRPr lang="ko-KR" altLang="en-US" sz="14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3EF1E80-172A-8309-FA63-C328D5562C36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2080201" y="2297153"/>
            <a:ext cx="1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308F1A8-F481-116A-94A2-4D49772EF94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021909" y="2297153"/>
            <a:ext cx="0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1227DF8-4A95-2BF5-9E66-A37A12044CA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9963615" y="2297153"/>
            <a:ext cx="0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E301C92-0A14-563F-9F9C-8A3A0E580071}"/>
              </a:ext>
            </a:extLst>
          </p:cNvPr>
          <p:cNvCxnSpPr>
            <a:cxnSpLocks/>
          </p:cNvCxnSpPr>
          <p:nvPr/>
        </p:nvCxnSpPr>
        <p:spPr>
          <a:xfrm>
            <a:off x="6021909" y="2635957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245C28C-8B56-F16B-CBD5-8198B0D46ED8}"/>
              </a:ext>
            </a:extLst>
          </p:cNvPr>
          <p:cNvSpPr txBox="1"/>
          <p:nvPr/>
        </p:nvSpPr>
        <p:spPr>
          <a:xfrm>
            <a:off x="6606542" y="2332131"/>
            <a:ext cx="28618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Request(D51001.0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42" name="다이아몬드 41">
            <a:extLst>
              <a:ext uri="{FF2B5EF4-FFF2-40B4-BE49-F238E27FC236}">
                <a16:creationId xmlns:a16="http://schemas.microsoft.com/office/drawing/2014/main" id="{5E3C6343-7471-0A19-186D-7A33C0E02A04}"/>
              </a:ext>
            </a:extLst>
          </p:cNvPr>
          <p:cNvSpPr/>
          <p:nvPr/>
        </p:nvSpPr>
        <p:spPr>
          <a:xfrm>
            <a:off x="5146538" y="4430451"/>
            <a:ext cx="1752629" cy="694252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Error?</a:t>
            </a:r>
            <a:endParaRPr lang="ko-KR" altLang="en-US" dirty="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4A743804-EE77-D65D-263E-1FDFB0C53B61}"/>
              </a:ext>
            </a:extLst>
          </p:cNvPr>
          <p:cNvSpPr/>
          <p:nvPr/>
        </p:nvSpPr>
        <p:spPr>
          <a:xfrm>
            <a:off x="6328170" y="3893746"/>
            <a:ext cx="3350342" cy="58031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50" dirty="0"/>
              <a:t>Error </a:t>
            </a:r>
            <a:r>
              <a:rPr lang="ko-KR" altLang="en-US" sz="1050" dirty="0"/>
              <a:t>판단 기준</a:t>
            </a:r>
            <a:endParaRPr lang="en-US" altLang="ko-KR" sz="1050" dirty="0"/>
          </a:p>
          <a:p>
            <a:r>
              <a:rPr lang="en-US" altLang="ko-KR" sz="1050" dirty="0"/>
              <a:t>: </a:t>
            </a:r>
            <a:r>
              <a:rPr lang="ko-KR" altLang="en-US" sz="1050" dirty="0" err="1"/>
              <a:t>스테이터</a:t>
            </a:r>
            <a:r>
              <a:rPr lang="ko-KR" altLang="en-US" sz="1050" dirty="0"/>
              <a:t> 모델명이 현재 </a:t>
            </a:r>
            <a:r>
              <a:rPr lang="en-US" altLang="ko-KR" sz="1050" dirty="0"/>
              <a:t>PLC </a:t>
            </a:r>
            <a:r>
              <a:rPr lang="ko-KR" altLang="en-US" sz="1050" dirty="0"/>
              <a:t>설정과 </a:t>
            </a:r>
            <a:r>
              <a:rPr lang="ko-KR" altLang="en-US" sz="1050" dirty="0" err="1"/>
              <a:t>같은지</a:t>
            </a:r>
            <a:r>
              <a:rPr lang="ko-KR" altLang="en-US" sz="1050" dirty="0"/>
              <a:t> 판단</a:t>
            </a:r>
            <a:endParaRPr lang="en-US" altLang="ko-KR" sz="1050" dirty="0"/>
          </a:p>
          <a:p>
            <a:r>
              <a:rPr lang="en-US" altLang="ko-KR" sz="1050" dirty="0"/>
              <a:t>(77 Model or 76 Model)</a:t>
            </a:r>
            <a:endParaRPr lang="ko-KR" altLang="en-US" sz="1050" dirty="0"/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F8D2092A-D040-5656-482C-8F7E734E19AD}"/>
              </a:ext>
            </a:extLst>
          </p:cNvPr>
          <p:cNvGrpSpPr/>
          <p:nvPr/>
        </p:nvGrpSpPr>
        <p:grpSpPr>
          <a:xfrm>
            <a:off x="10278382" y="701119"/>
            <a:ext cx="1598179" cy="751414"/>
            <a:chOff x="10278382" y="701119"/>
            <a:chExt cx="1598179" cy="751414"/>
          </a:xfrm>
        </p:grpSpPr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82576E91-6A8F-3D47-1D40-72E246279FDC}"/>
                </a:ext>
              </a:extLst>
            </p:cNvPr>
            <p:cNvSpPr/>
            <p:nvPr/>
          </p:nvSpPr>
          <p:spPr>
            <a:xfrm>
              <a:off x="10278382" y="701119"/>
              <a:ext cx="1598179" cy="75141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9B6D8FD9-CAB3-8ABC-D4B9-5FC3ADF854B8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968404"/>
              <a:ext cx="437309" cy="0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9FD6F179-2308-612E-6B0A-737C3CBB5D12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1261531"/>
              <a:ext cx="437309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9F631A3-1D01-F946-27DA-C0CF51B5E6EF}"/>
                </a:ext>
              </a:extLst>
            </p:cNvPr>
            <p:cNvSpPr txBox="1"/>
            <p:nvPr/>
          </p:nvSpPr>
          <p:spPr>
            <a:xfrm>
              <a:off x="10926069" y="844995"/>
              <a:ext cx="7468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PLC</a:t>
              </a:r>
              <a:r>
                <a:rPr lang="ko-KR" altLang="en-US" sz="1200" dirty="0"/>
                <a:t>통신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A7426C5-1778-FD9F-CE51-75C8F9E337EB}"/>
                </a:ext>
              </a:extLst>
            </p:cNvPr>
            <p:cNvSpPr txBox="1"/>
            <p:nvPr/>
          </p:nvSpPr>
          <p:spPr>
            <a:xfrm>
              <a:off x="10926069" y="1135605"/>
              <a:ext cx="7970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MES</a:t>
              </a:r>
              <a:r>
                <a:rPr lang="ko-KR" altLang="en-US" sz="1200" dirty="0"/>
                <a:t>통신</a:t>
              </a:r>
            </a:p>
          </p:txBody>
        </p:sp>
      </p:grp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ACE7440B-A33B-4D5D-8589-CB1DC827AF45}"/>
              </a:ext>
            </a:extLst>
          </p:cNvPr>
          <p:cNvCxnSpPr>
            <a:cxnSpLocks/>
          </p:cNvCxnSpPr>
          <p:nvPr/>
        </p:nvCxnSpPr>
        <p:spPr>
          <a:xfrm>
            <a:off x="2080203" y="2775944"/>
            <a:ext cx="3941706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E26E06F7-623F-4844-B264-2E59AE951CDA}"/>
              </a:ext>
            </a:extLst>
          </p:cNvPr>
          <p:cNvSpPr txBox="1"/>
          <p:nvPr/>
        </p:nvSpPr>
        <p:spPr>
          <a:xfrm>
            <a:off x="3069279" y="2456939"/>
            <a:ext cx="19711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EERS : Event Report Send</a:t>
            </a:r>
            <a:endParaRPr lang="ko-KR" altLang="en-US" sz="1200" dirty="0"/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29C9EACC-720D-4738-BDAF-BDE419011BA5}"/>
              </a:ext>
            </a:extLst>
          </p:cNvPr>
          <p:cNvCxnSpPr>
            <a:cxnSpLocks/>
          </p:cNvCxnSpPr>
          <p:nvPr/>
        </p:nvCxnSpPr>
        <p:spPr>
          <a:xfrm>
            <a:off x="2080203" y="3067657"/>
            <a:ext cx="3941706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5628EC2C-0F21-424B-A8A0-1EE4BA765E2F}"/>
              </a:ext>
            </a:extLst>
          </p:cNvPr>
          <p:cNvSpPr txBox="1"/>
          <p:nvPr/>
        </p:nvSpPr>
        <p:spPr>
          <a:xfrm>
            <a:off x="3037219" y="2769564"/>
            <a:ext cx="20353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EERS_R : Event Report Ack</a:t>
            </a:r>
            <a:endParaRPr lang="ko-KR" altLang="en-US" sz="1200" dirty="0"/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F55E84BF-4B89-43E5-B294-DF0F8E1EFD79}"/>
              </a:ext>
            </a:extLst>
          </p:cNvPr>
          <p:cNvCxnSpPr>
            <a:cxnSpLocks/>
          </p:cNvCxnSpPr>
          <p:nvPr/>
        </p:nvCxnSpPr>
        <p:spPr>
          <a:xfrm>
            <a:off x="2080203" y="3992738"/>
            <a:ext cx="3941706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75A0EC2C-F38F-48B4-BBC3-FA5255C82E4D}"/>
              </a:ext>
            </a:extLst>
          </p:cNvPr>
          <p:cNvSpPr txBox="1"/>
          <p:nvPr/>
        </p:nvSpPr>
        <p:spPr>
          <a:xfrm>
            <a:off x="3049113" y="3704011"/>
            <a:ext cx="20115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EPDS : Product Data Send</a:t>
            </a:r>
            <a:endParaRPr lang="ko-KR" altLang="en-US" sz="1200" dirty="0"/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CE330305-0FED-4CD3-80DB-C696BEFBBD0D}"/>
              </a:ext>
            </a:extLst>
          </p:cNvPr>
          <p:cNvCxnSpPr>
            <a:cxnSpLocks/>
          </p:cNvCxnSpPr>
          <p:nvPr/>
        </p:nvCxnSpPr>
        <p:spPr>
          <a:xfrm>
            <a:off x="2080203" y="4299999"/>
            <a:ext cx="3941706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235A8F4C-4CEB-48FD-AEED-A4295802CE0D}"/>
              </a:ext>
            </a:extLst>
          </p:cNvPr>
          <p:cNvSpPr txBox="1"/>
          <p:nvPr/>
        </p:nvSpPr>
        <p:spPr>
          <a:xfrm>
            <a:off x="3017053" y="3995397"/>
            <a:ext cx="20756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EPDS_R :</a:t>
            </a:r>
            <a:r>
              <a:rPr lang="ko-KR" altLang="en-US" sz="1200" dirty="0"/>
              <a:t> </a:t>
            </a:r>
            <a:r>
              <a:rPr lang="en-US" altLang="ko-KR" sz="1200" dirty="0"/>
              <a:t>Product Data Ack</a:t>
            </a:r>
            <a:endParaRPr lang="ko-KR" altLang="en-US" sz="1200" dirty="0"/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E0465D6E-9D17-40A8-9906-2CC6E7F3EDF3}"/>
              </a:ext>
            </a:extLst>
          </p:cNvPr>
          <p:cNvCxnSpPr>
            <a:cxnSpLocks/>
            <a:stCxn id="42" idx="3"/>
          </p:cNvCxnSpPr>
          <p:nvPr/>
        </p:nvCxnSpPr>
        <p:spPr>
          <a:xfrm>
            <a:off x="6899167" y="4777577"/>
            <a:ext cx="3064448" cy="15215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56918C11-476B-4410-B8A1-5DE15E918AE4}"/>
              </a:ext>
            </a:extLst>
          </p:cNvPr>
          <p:cNvSpPr txBox="1"/>
          <p:nvPr/>
        </p:nvSpPr>
        <p:spPr>
          <a:xfrm>
            <a:off x="6778518" y="4523718"/>
            <a:ext cx="394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No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A5F34E0-ADBC-4421-B748-E401828A6AAB}"/>
              </a:ext>
            </a:extLst>
          </p:cNvPr>
          <p:cNvSpPr txBox="1"/>
          <p:nvPr/>
        </p:nvSpPr>
        <p:spPr>
          <a:xfrm>
            <a:off x="7091048" y="4501287"/>
            <a:ext cx="27649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Model No Error(D50001.2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36EC43F6-C1E7-4578-9601-C6EEDD51DB54}"/>
              </a:ext>
            </a:extLst>
          </p:cNvPr>
          <p:cNvCxnSpPr>
            <a:cxnSpLocks/>
          </p:cNvCxnSpPr>
          <p:nvPr/>
        </p:nvCxnSpPr>
        <p:spPr>
          <a:xfrm>
            <a:off x="6021909" y="5589911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6E0CB010-7DF4-41E0-828D-BC8B7EE35D10}"/>
              </a:ext>
            </a:extLst>
          </p:cNvPr>
          <p:cNvSpPr txBox="1"/>
          <p:nvPr/>
        </p:nvSpPr>
        <p:spPr>
          <a:xfrm>
            <a:off x="6582169" y="5310607"/>
            <a:ext cx="29692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Response(D50001.0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1C626636-AA06-4474-989C-8AA39FC530F0}"/>
              </a:ext>
            </a:extLst>
          </p:cNvPr>
          <p:cNvCxnSpPr>
            <a:cxnSpLocks/>
          </p:cNvCxnSpPr>
          <p:nvPr/>
        </p:nvCxnSpPr>
        <p:spPr>
          <a:xfrm>
            <a:off x="6021909" y="5976768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41B75E83-379D-4CB4-B85C-2E8A168D116B}"/>
              </a:ext>
            </a:extLst>
          </p:cNvPr>
          <p:cNvSpPr txBox="1"/>
          <p:nvPr/>
        </p:nvSpPr>
        <p:spPr>
          <a:xfrm>
            <a:off x="6592116" y="5672942"/>
            <a:ext cx="28906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Request(D51001.0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0B6DCE37-F217-4F10-8034-1BD7386C861C}"/>
              </a:ext>
            </a:extLst>
          </p:cNvPr>
          <p:cNvCxnSpPr>
            <a:cxnSpLocks/>
          </p:cNvCxnSpPr>
          <p:nvPr/>
        </p:nvCxnSpPr>
        <p:spPr>
          <a:xfrm>
            <a:off x="6021909" y="6343231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D058DACC-6358-4154-A178-F48ACA97EB86}"/>
              </a:ext>
            </a:extLst>
          </p:cNvPr>
          <p:cNvSpPr txBox="1"/>
          <p:nvPr/>
        </p:nvSpPr>
        <p:spPr>
          <a:xfrm>
            <a:off x="6582169" y="6063927"/>
            <a:ext cx="29692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Response(D50001.0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69" name="다이아몬드 68">
            <a:extLst>
              <a:ext uri="{FF2B5EF4-FFF2-40B4-BE49-F238E27FC236}">
                <a16:creationId xmlns:a16="http://schemas.microsoft.com/office/drawing/2014/main" id="{38CBC44A-B890-421F-B489-793AAA26B123}"/>
              </a:ext>
            </a:extLst>
          </p:cNvPr>
          <p:cNvSpPr/>
          <p:nvPr/>
        </p:nvSpPr>
        <p:spPr>
          <a:xfrm>
            <a:off x="4768605" y="3202300"/>
            <a:ext cx="2508496" cy="52530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Accepted?</a:t>
            </a:r>
            <a:endParaRPr lang="ko-KR" altLang="en-US" sz="16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00C0B02-E8F0-487F-910C-0A261C250382}"/>
              </a:ext>
            </a:extLst>
          </p:cNvPr>
          <p:cNvSpPr txBox="1"/>
          <p:nvPr/>
        </p:nvSpPr>
        <p:spPr>
          <a:xfrm>
            <a:off x="6778518" y="3162503"/>
            <a:ext cx="4057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Yes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F15DA11-90EA-48A2-BC9A-10DEEDB691B0}"/>
              </a:ext>
            </a:extLst>
          </p:cNvPr>
          <p:cNvSpPr txBox="1"/>
          <p:nvPr/>
        </p:nvSpPr>
        <p:spPr>
          <a:xfrm>
            <a:off x="7165877" y="3178172"/>
            <a:ext cx="26152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Barcode Error(D50001.7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ECA188-F486-4260-B9D9-1DC2D9B5CE77}"/>
              </a:ext>
            </a:extLst>
          </p:cNvPr>
          <p:cNvSpPr txBox="1"/>
          <p:nvPr/>
        </p:nvSpPr>
        <p:spPr>
          <a:xfrm>
            <a:off x="10090747" y="5404058"/>
            <a:ext cx="204203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PLC </a:t>
            </a:r>
            <a:r>
              <a:rPr lang="ko-KR" altLang="en-US" sz="1200" dirty="0"/>
              <a:t>터치에 </a:t>
            </a:r>
            <a:r>
              <a:rPr lang="ko-KR" altLang="en-US" sz="1200" dirty="0" err="1"/>
              <a:t>알람신호</a:t>
            </a:r>
            <a:r>
              <a:rPr lang="ko-KR" altLang="en-US" sz="1200" dirty="0"/>
              <a:t> 표시 </a:t>
            </a:r>
            <a:endParaRPr lang="en-US" altLang="ko-KR" sz="1200" dirty="0"/>
          </a:p>
          <a:p>
            <a:r>
              <a:rPr lang="ko-KR" altLang="en-US" sz="1200" dirty="0"/>
              <a:t>및 진행여부 판단을 위해</a:t>
            </a:r>
            <a:r>
              <a:rPr lang="en-US" altLang="ko-KR" sz="1200" dirty="0"/>
              <a:t>,</a:t>
            </a:r>
          </a:p>
          <a:p>
            <a:r>
              <a:rPr lang="en-US" altLang="ko-KR" sz="1200" dirty="0"/>
              <a:t>Error </a:t>
            </a:r>
            <a:r>
              <a:rPr lang="ko-KR" altLang="en-US" sz="1200" dirty="0"/>
              <a:t>신호 </a:t>
            </a:r>
            <a:r>
              <a:rPr lang="en-US" altLang="ko-KR" sz="1200" dirty="0"/>
              <a:t>ON </a:t>
            </a:r>
            <a:r>
              <a:rPr lang="ko-KR" altLang="en-US" sz="1200" dirty="0"/>
              <a:t>이후</a:t>
            </a:r>
            <a:r>
              <a:rPr lang="en-US" altLang="ko-KR" sz="1200" dirty="0"/>
              <a:t>, </a:t>
            </a:r>
          </a:p>
          <a:p>
            <a:r>
              <a:rPr lang="ko-KR" altLang="en-US" sz="1200" dirty="0"/>
              <a:t>투입보고 </a:t>
            </a:r>
            <a:r>
              <a:rPr lang="en-US" altLang="ko-KR" sz="1200" dirty="0"/>
              <a:t>Response ON</a:t>
            </a:r>
            <a:endParaRPr lang="ko-KR" altLang="en-US" sz="12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246D31C-6E16-4EDD-AE0C-BFDFA375E56E}"/>
              </a:ext>
            </a:extLst>
          </p:cNvPr>
          <p:cNvSpPr txBox="1"/>
          <p:nvPr/>
        </p:nvSpPr>
        <p:spPr>
          <a:xfrm>
            <a:off x="4194734" y="1317535"/>
            <a:ext cx="2583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Error</a:t>
            </a:r>
            <a:r>
              <a:rPr lang="ko-KR" altLang="en-US" sz="1200" dirty="0"/>
              <a:t> 없이 정상적으로 투입된 경우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13369398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DA7C6F15-F20A-427E-BBF0-B29C4A6C71E7}"/>
              </a:ext>
            </a:extLst>
          </p:cNvPr>
          <p:cNvCxnSpPr>
            <a:cxnSpLocks/>
          </p:cNvCxnSpPr>
          <p:nvPr/>
        </p:nvCxnSpPr>
        <p:spPr>
          <a:xfrm>
            <a:off x="6899167" y="3454462"/>
            <a:ext cx="3064448" cy="15215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724" y="514769"/>
            <a:ext cx="8029076" cy="562057"/>
          </a:xfrm>
        </p:spPr>
        <p:txBody>
          <a:bodyPr>
            <a:normAutofit/>
          </a:bodyPr>
          <a:lstStyle/>
          <a:p>
            <a:r>
              <a:rPr lang="ko-KR" altLang="en-US" dirty="0" err="1"/>
              <a:t>스테이터</a:t>
            </a:r>
            <a:r>
              <a:rPr lang="ko-KR" altLang="en-US" dirty="0"/>
              <a:t> 투입보고 </a:t>
            </a:r>
            <a:r>
              <a:rPr lang="en-US" altLang="ko-KR" dirty="0"/>
              <a:t>– JIG B Normal Case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GMES(PLC)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5294879-7584-2B7B-5075-13ADADCB59EA}"/>
              </a:ext>
            </a:extLst>
          </p:cNvPr>
          <p:cNvSpPr/>
          <p:nvPr/>
        </p:nvSpPr>
        <p:spPr>
          <a:xfrm>
            <a:off x="9110546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PLC</a:t>
            </a:r>
            <a:endParaRPr lang="ko-KR" altLang="en-US" sz="14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EDC52FF-7CF7-0D85-A109-5DD5429FEF7A}"/>
              </a:ext>
            </a:extLst>
          </p:cNvPr>
          <p:cNvSpPr/>
          <p:nvPr/>
        </p:nvSpPr>
        <p:spPr>
          <a:xfrm>
            <a:off x="5168840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Laser PC</a:t>
            </a:r>
            <a:endParaRPr lang="ko-KR" altLang="en-US" sz="14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A82046B-D4B7-CB30-097A-DC43381463CF}"/>
              </a:ext>
            </a:extLst>
          </p:cNvPr>
          <p:cNvSpPr/>
          <p:nvPr/>
        </p:nvSpPr>
        <p:spPr>
          <a:xfrm>
            <a:off x="1227133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Host(GMES)</a:t>
            </a:r>
            <a:endParaRPr lang="ko-KR" altLang="en-US" sz="14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3EF1E80-172A-8309-FA63-C328D5562C36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2080201" y="2297153"/>
            <a:ext cx="1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308F1A8-F481-116A-94A2-4D49772EF94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021909" y="2297153"/>
            <a:ext cx="0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1227DF8-4A95-2BF5-9E66-A37A12044CA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9963615" y="2297153"/>
            <a:ext cx="0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E301C92-0A14-563F-9F9C-8A3A0E580071}"/>
              </a:ext>
            </a:extLst>
          </p:cNvPr>
          <p:cNvCxnSpPr>
            <a:cxnSpLocks/>
          </p:cNvCxnSpPr>
          <p:nvPr/>
        </p:nvCxnSpPr>
        <p:spPr>
          <a:xfrm>
            <a:off x="6021909" y="2635957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245C28C-8B56-F16B-CBD5-8198B0D46ED8}"/>
              </a:ext>
            </a:extLst>
          </p:cNvPr>
          <p:cNvSpPr txBox="1"/>
          <p:nvPr/>
        </p:nvSpPr>
        <p:spPr>
          <a:xfrm>
            <a:off x="6616161" y="2332131"/>
            <a:ext cx="28425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Request(D51001.4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42" name="다이아몬드 41">
            <a:extLst>
              <a:ext uri="{FF2B5EF4-FFF2-40B4-BE49-F238E27FC236}">
                <a16:creationId xmlns:a16="http://schemas.microsoft.com/office/drawing/2014/main" id="{5E3C6343-7471-0A19-186D-7A33C0E02A04}"/>
              </a:ext>
            </a:extLst>
          </p:cNvPr>
          <p:cNvSpPr/>
          <p:nvPr/>
        </p:nvSpPr>
        <p:spPr>
          <a:xfrm>
            <a:off x="5146538" y="4430451"/>
            <a:ext cx="1752629" cy="694252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Error?</a:t>
            </a:r>
            <a:endParaRPr lang="ko-KR" altLang="en-US" dirty="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4A743804-EE77-D65D-263E-1FDFB0C53B61}"/>
              </a:ext>
            </a:extLst>
          </p:cNvPr>
          <p:cNvSpPr/>
          <p:nvPr/>
        </p:nvSpPr>
        <p:spPr>
          <a:xfrm>
            <a:off x="6328170" y="3893746"/>
            <a:ext cx="3350342" cy="58031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50" dirty="0"/>
              <a:t>Error </a:t>
            </a:r>
            <a:r>
              <a:rPr lang="ko-KR" altLang="en-US" sz="1050" dirty="0"/>
              <a:t>판단 기준</a:t>
            </a:r>
            <a:endParaRPr lang="en-US" altLang="ko-KR" sz="1050" dirty="0"/>
          </a:p>
          <a:p>
            <a:r>
              <a:rPr lang="en-US" altLang="ko-KR" sz="1050" dirty="0"/>
              <a:t>: </a:t>
            </a:r>
            <a:r>
              <a:rPr lang="ko-KR" altLang="en-US" sz="1050" dirty="0" err="1"/>
              <a:t>스테이터</a:t>
            </a:r>
            <a:r>
              <a:rPr lang="ko-KR" altLang="en-US" sz="1050" dirty="0"/>
              <a:t> 모델명이 현재 </a:t>
            </a:r>
            <a:r>
              <a:rPr lang="en-US" altLang="ko-KR" sz="1050" dirty="0"/>
              <a:t>PLC </a:t>
            </a:r>
            <a:r>
              <a:rPr lang="ko-KR" altLang="en-US" sz="1050" dirty="0"/>
              <a:t>설정과 </a:t>
            </a:r>
            <a:r>
              <a:rPr lang="ko-KR" altLang="en-US" sz="1050" dirty="0" err="1"/>
              <a:t>같은지</a:t>
            </a:r>
            <a:r>
              <a:rPr lang="ko-KR" altLang="en-US" sz="1050" dirty="0"/>
              <a:t> 판단</a:t>
            </a:r>
            <a:endParaRPr lang="en-US" altLang="ko-KR" sz="1050" dirty="0"/>
          </a:p>
          <a:p>
            <a:r>
              <a:rPr lang="en-US" altLang="ko-KR" sz="1050" dirty="0"/>
              <a:t>(77 Model or 76 Model)</a:t>
            </a:r>
            <a:endParaRPr lang="ko-KR" altLang="en-US" sz="1050" dirty="0"/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F8D2092A-D040-5656-482C-8F7E734E19AD}"/>
              </a:ext>
            </a:extLst>
          </p:cNvPr>
          <p:cNvGrpSpPr/>
          <p:nvPr/>
        </p:nvGrpSpPr>
        <p:grpSpPr>
          <a:xfrm>
            <a:off x="10278382" y="701119"/>
            <a:ext cx="1598179" cy="751414"/>
            <a:chOff x="10278382" y="701119"/>
            <a:chExt cx="1598179" cy="751414"/>
          </a:xfrm>
        </p:grpSpPr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82576E91-6A8F-3D47-1D40-72E246279FDC}"/>
                </a:ext>
              </a:extLst>
            </p:cNvPr>
            <p:cNvSpPr/>
            <p:nvPr/>
          </p:nvSpPr>
          <p:spPr>
            <a:xfrm>
              <a:off x="10278382" y="701119"/>
              <a:ext cx="1598179" cy="75141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9B6D8FD9-CAB3-8ABC-D4B9-5FC3ADF854B8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968404"/>
              <a:ext cx="437309" cy="0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9FD6F179-2308-612E-6B0A-737C3CBB5D12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1261531"/>
              <a:ext cx="437309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9F631A3-1D01-F946-27DA-C0CF51B5E6EF}"/>
                </a:ext>
              </a:extLst>
            </p:cNvPr>
            <p:cNvSpPr txBox="1"/>
            <p:nvPr/>
          </p:nvSpPr>
          <p:spPr>
            <a:xfrm>
              <a:off x="10926069" y="844995"/>
              <a:ext cx="7468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PLC</a:t>
              </a:r>
              <a:r>
                <a:rPr lang="ko-KR" altLang="en-US" sz="1200" dirty="0"/>
                <a:t>통신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A7426C5-1778-FD9F-CE51-75C8F9E337EB}"/>
                </a:ext>
              </a:extLst>
            </p:cNvPr>
            <p:cNvSpPr txBox="1"/>
            <p:nvPr/>
          </p:nvSpPr>
          <p:spPr>
            <a:xfrm>
              <a:off x="10926069" y="1135605"/>
              <a:ext cx="7970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MES</a:t>
              </a:r>
              <a:r>
                <a:rPr lang="ko-KR" altLang="en-US" sz="1200" dirty="0"/>
                <a:t>통신</a:t>
              </a:r>
            </a:p>
          </p:txBody>
        </p:sp>
      </p:grp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ACE7440B-A33B-4D5D-8589-CB1DC827AF45}"/>
              </a:ext>
            </a:extLst>
          </p:cNvPr>
          <p:cNvCxnSpPr>
            <a:cxnSpLocks/>
          </p:cNvCxnSpPr>
          <p:nvPr/>
        </p:nvCxnSpPr>
        <p:spPr>
          <a:xfrm>
            <a:off x="2080203" y="2775944"/>
            <a:ext cx="3941706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E26E06F7-623F-4844-B264-2E59AE951CDA}"/>
              </a:ext>
            </a:extLst>
          </p:cNvPr>
          <p:cNvSpPr txBox="1"/>
          <p:nvPr/>
        </p:nvSpPr>
        <p:spPr>
          <a:xfrm>
            <a:off x="3069279" y="2456939"/>
            <a:ext cx="19711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EERS : Event Report Send</a:t>
            </a:r>
            <a:endParaRPr lang="ko-KR" altLang="en-US" sz="1200" dirty="0"/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29C9EACC-720D-4738-BDAF-BDE419011BA5}"/>
              </a:ext>
            </a:extLst>
          </p:cNvPr>
          <p:cNvCxnSpPr>
            <a:cxnSpLocks/>
          </p:cNvCxnSpPr>
          <p:nvPr/>
        </p:nvCxnSpPr>
        <p:spPr>
          <a:xfrm>
            <a:off x="2080203" y="3067657"/>
            <a:ext cx="3941706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5628EC2C-0F21-424B-A8A0-1EE4BA765E2F}"/>
              </a:ext>
            </a:extLst>
          </p:cNvPr>
          <p:cNvSpPr txBox="1"/>
          <p:nvPr/>
        </p:nvSpPr>
        <p:spPr>
          <a:xfrm>
            <a:off x="3037219" y="2769564"/>
            <a:ext cx="20353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EERS_R : Event Report Ack</a:t>
            </a:r>
            <a:endParaRPr lang="ko-KR" altLang="en-US" sz="1200" dirty="0"/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F55E84BF-4B89-43E5-B294-DF0F8E1EFD79}"/>
              </a:ext>
            </a:extLst>
          </p:cNvPr>
          <p:cNvCxnSpPr>
            <a:cxnSpLocks/>
          </p:cNvCxnSpPr>
          <p:nvPr/>
        </p:nvCxnSpPr>
        <p:spPr>
          <a:xfrm>
            <a:off x="2080203" y="3992738"/>
            <a:ext cx="3941706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75A0EC2C-F38F-48B4-BBC3-FA5255C82E4D}"/>
              </a:ext>
            </a:extLst>
          </p:cNvPr>
          <p:cNvSpPr txBox="1"/>
          <p:nvPr/>
        </p:nvSpPr>
        <p:spPr>
          <a:xfrm>
            <a:off x="3049113" y="3704011"/>
            <a:ext cx="20115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EPDS : Product Data Send</a:t>
            </a:r>
            <a:endParaRPr lang="ko-KR" altLang="en-US" sz="1200" dirty="0"/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CE330305-0FED-4CD3-80DB-C696BEFBBD0D}"/>
              </a:ext>
            </a:extLst>
          </p:cNvPr>
          <p:cNvCxnSpPr>
            <a:cxnSpLocks/>
          </p:cNvCxnSpPr>
          <p:nvPr/>
        </p:nvCxnSpPr>
        <p:spPr>
          <a:xfrm>
            <a:off x="2080203" y="4299999"/>
            <a:ext cx="3941706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235A8F4C-4CEB-48FD-AEED-A4295802CE0D}"/>
              </a:ext>
            </a:extLst>
          </p:cNvPr>
          <p:cNvSpPr txBox="1"/>
          <p:nvPr/>
        </p:nvSpPr>
        <p:spPr>
          <a:xfrm>
            <a:off x="3017053" y="3995397"/>
            <a:ext cx="20756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EPDS_R :</a:t>
            </a:r>
            <a:r>
              <a:rPr lang="ko-KR" altLang="en-US" sz="1200" dirty="0"/>
              <a:t> </a:t>
            </a:r>
            <a:r>
              <a:rPr lang="en-US" altLang="ko-KR" sz="1200" dirty="0"/>
              <a:t>Product Data Ack</a:t>
            </a:r>
            <a:endParaRPr lang="ko-KR" altLang="en-US" sz="1200" dirty="0"/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E0465D6E-9D17-40A8-9906-2CC6E7F3EDF3}"/>
              </a:ext>
            </a:extLst>
          </p:cNvPr>
          <p:cNvCxnSpPr>
            <a:cxnSpLocks/>
            <a:stCxn id="42" idx="3"/>
          </p:cNvCxnSpPr>
          <p:nvPr/>
        </p:nvCxnSpPr>
        <p:spPr>
          <a:xfrm>
            <a:off x="6899167" y="4777577"/>
            <a:ext cx="3064448" cy="15215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56918C11-476B-4410-B8A1-5DE15E918AE4}"/>
              </a:ext>
            </a:extLst>
          </p:cNvPr>
          <p:cNvSpPr txBox="1"/>
          <p:nvPr/>
        </p:nvSpPr>
        <p:spPr>
          <a:xfrm>
            <a:off x="6778518" y="4523718"/>
            <a:ext cx="394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No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A5F34E0-ADBC-4421-B748-E401828A6AAB}"/>
              </a:ext>
            </a:extLst>
          </p:cNvPr>
          <p:cNvSpPr txBox="1"/>
          <p:nvPr/>
        </p:nvSpPr>
        <p:spPr>
          <a:xfrm>
            <a:off x="7091048" y="4501287"/>
            <a:ext cx="27649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Model No Error(D50001.3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36EC43F6-C1E7-4578-9601-C6EEDD51DB54}"/>
              </a:ext>
            </a:extLst>
          </p:cNvPr>
          <p:cNvCxnSpPr>
            <a:cxnSpLocks/>
          </p:cNvCxnSpPr>
          <p:nvPr/>
        </p:nvCxnSpPr>
        <p:spPr>
          <a:xfrm>
            <a:off x="6021909" y="5530053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6E0CB010-7DF4-41E0-828D-BC8B7EE35D10}"/>
              </a:ext>
            </a:extLst>
          </p:cNvPr>
          <p:cNvSpPr txBox="1"/>
          <p:nvPr/>
        </p:nvSpPr>
        <p:spPr>
          <a:xfrm>
            <a:off x="6582169" y="5250749"/>
            <a:ext cx="29692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Response(D50001.4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1C626636-AA06-4474-989C-8AA39FC530F0}"/>
              </a:ext>
            </a:extLst>
          </p:cNvPr>
          <p:cNvCxnSpPr>
            <a:cxnSpLocks/>
          </p:cNvCxnSpPr>
          <p:nvPr/>
        </p:nvCxnSpPr>
        <p:spPr>
          <a:xfrm>
            <a:off x="6021909" y="5916910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41B75E83-379D-4CB4-B85C-2E8A168D116B}"/>
              </a:ext>
            </a:extLst>
          </p:cNvPr>
          <p:cNvSpPr txBox="1"/>
          <p:nvPr/>
        </p:nvSpPr>
        <p:spPr>
          <a:xfrm>
            <a:off x="6592116" y="5613084"/>
            <a:ext cx="28906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Request(D51001.4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0B6DCE37-F217-4F10-8034-1BD7386C861C}"/>
              </a:ext>
            </a:extLst>
          </p:cNvPr>
          <p:cNvCxnSpPr>
            <a:cxnSpLocks/>
          </p:cNvCxnSpPr>
          <p:nvPr/>
        </p:nvCxnSpPr>
        <p:spPr>
          <a:xfrm>
            <a:off x="6021909" y="6283373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D058DACC-6358-4154-A178-F48ACA97EB86}"/>
              </a:ext>
            </a:extLst>
          </p:cNvPr>
          <p:cNvSpPr txBox="1"/>
          <p:nvPr/>
        </p:nvSpPr>
        <p:spPr>
          <a:xfrm>
            <a:off x="6582169" y="6004069"/>
            <a:ext cx="29692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Response(D50001.4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69" name="다이아몬드 68">
            <a:extLst>
              <a:ext uri="{FF2B5EF4-FFF2-40B4-BE49-F238E27FC236}">
                <a16:creationId xmlns:a16="http://schemas.microsoft.com/office/drawing/2014/main" id="{38CBC44A-B890-421F-B489-793AAA26B123}"/>
              </a:ext>
            </a:extLst>
          </p:cNvPr>
          <p:cNvSpPr/>
          <p:nvPr/>
        </p:nvSpPr>
        <p:spPr>
          <a:xfrm>
            <a:off x="4768605" y="3202300"/>
            <a:ext cx="2508496" cy="52530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Accepted?</a:t>
            </a:r>
            <a:endParaRPr lang="ko-KR" altLang="en-US" sz="16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00C0B02-E8F0-487F-910C-0A261C250382}"/>
              </a:ext>
            </a:extLst>
          </p:cNvPr>
          <p:cNvSpPr txBox="1"/>
          <p:nvPr/>
        </p:nvSpPr>
        <p:spPr>
          <a:xfrm>
            <a:off x="6778518" y="3162503"/>
            <a:ext cx="4057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Yes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F15DA11-90EA-48A2-BC9A-10DEEDB691B0}"/>
              </a:ext>
            </a:extLst>
          </p:cNvPr>
          <p:cNvSpPr txBox="1"/>
          <p:nvPr/>
        </p:nvSpPr>
        <p:spPr>
          <a:xfrm>
            <a:off x="7165877" y="3178172"/>
            <a:ext cx="26152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Barcode Error(D50001.8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899E582-AC62-4190-B14B-F0917CED9E8E}"/>
              </a:ext>
            </a:extLst>
          </p:cNvPr>
          <p:cNvSpPr txBox="1"/>
          <p:nvPr/>
        </p:nvSpPr>
        <p:spPr>
          <a:xfrm>
            <a:off x="10090747" y="5336084"/>
            <a:ext cx="204203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PLC </a:t>
            </a:r>
            <a:r>
              <a:rPr lang="ko-KR" altLang="en-US" sz="1200" dirty="0"/>
              <a:t>터치에 </a:t>
            </a:r>
            <a:r>
              <a:rPr lang="ko-KR" altLang="en-US" sz="1200" dirty="0" err="1"/>
              <a:t>알람신호</a:t>
            </a:r>
            <a:r>
              <a:rPr lang="ko-KR" altLang="en-US" sz="1200" dirty="0"/>
              <a:t> 표시 </a:t>
            </a:r>
            <a:endParaRPr lang="en-US" altLang="ko-KR" sz="1200" dirty="0"/>
          </a:p>
          <a:p>
            <a:r>
              <a:rPr lang="ko-KR" altLang="en-US" sz="1200" dirty="0"/>
              <a:t>및 진행여부 판단을 위해</a:t>
            </a:r>
            <a:r>
              <a:rPr lang="en-US" altLang="ko-KR" sz="1200" dirty="0"/>
              <a:t>,</a:t>
            </a:r>
          </a:p>
          <a:p>
            <a:r>
              <a:rPr lang="en-US" altLang="ko-KR" sz="1200" dirty="0"/>
              <a:t>Error </a:t>
            </a:r>
            <a:r>
              <a:rPr lang="ko-KR" altLang="en-US" sz="1200" dirty="0"/>
              <a:t>신호 </a:t>
            </a:r>
            <a:r>
              <a:rPr lang="en-US" altLang="ko-KR" sz="1200" dirty="0"/>
              <a:t>ON </a:t>
            </a:r>
            <a:r>
              <a:rPr lang="ko-KR" altLang="en-US" sz="1200" dirty="0"/>
              <a:t>이후</a:t>
            </a:r>
            <a:r>
              <a:rPr lang="en-US" altLang="ko-KR" sz="1200" dirty="0"/>
              <a:t>, </a:t>
            </a:r>
          </a:p>
          <a:p>
            <a:r>
              <a:rPr lang="ko-KR" altLang="en-US" sz="1200" dirty="0"/>
              <a:t>투입보고 </a:t>
            </a:r>
            <a:r>
              <a:rPr lang="en-US" altLang="ko-KR" sz="1200" dirty="0"/>
              <a:t>Response ON</a:t>
            </a:r>
            <a:endParaRPr lang="ko-KR" altLang="en-US" sz="12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2D8688F-85BD-4DB6-BFD6-442DEA29D896}"/>
              </a:ext>
            </a:extLst>
          </p:cNvPr>
          <p:cNvSpPr txBox="1"/>
          <p:nvPr/>
        </p:nvSpPr>
        <p:spPr>
          <a:xfrm>
            <a:off x="4194734" y="1317535"/>
            <a:ext cx="2583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Error</a:t>
            </a:r>
            <a:r>
              <a:rPr lang="ko-KR" altLang="en-US" sz="1200" dirty="0"/>
              <a:t> 없이 정상적으로 투입된 경우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26651141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723" y="514769"/>
            <a:ext cx="9573983" cy="562057"/>
          </a:xfrm>
        </p:spPr>
        <p:txBody>
          <a:bodyPr>
            <a:noAutofit/>
          </a:bodyPr>
          <a:lstStyle/>
          <a:p>
            <a:r>
              <a:rPr lang="ko-KR" altLang="en-US" sz="2400" dirty="0" err="1"/>
              <a:t>스테이터</a:t>
            </a:r>
            <a:r>
              <a:rPr lang="ko-KR" altLang="en-US" sz="2400" dirty="0"/>
              <a:t> 투입보고 </a:t>
            </a:r>
            <a:r>
              <a:rPr lang="en-US" altLang="ko-KR" sz="2400" dirty="0"/>
              <a:t>– JIG A Abnormal Case(GMES Barcode Error)</a:t>
            </a:r>
            <a:endParaRPr lang="ko-KR" altLang="en-US" sz="2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GMES(PLC)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5294879-7584-2B7B-5075-13ADADCB59EA}"/>
              </a:ext>
            </a:extLst>
          </p:cNvPr>
          <p:cNvSpPr/>
          <p:nvPr/>
        </p:nvSpPr>
        <p:spPr>
          <a:xfrm>
            <a:off x="9110546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PLC</a:t>
            </a:r>
            <a:endParaRPr lang="ko-KR" altLang="en-US" sz="14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EDC52FF-7CF7-0D85-A109-5DD5429FEF7A}"/>
              </a:ext>
            </a:extLst>
          </p:cNvPr>
          <p:cNvSpPr/>
          <p:nvPr/>
        </p:nvSpPr>
        <p:spPr>
          <a:xfrm>
            <a:off x="5168840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Laser PC</a:t>
            </a:r>
            <a:endParaRPr lang="ko-KR" altLang="en-US" sz="14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A82046B-D4B7-CB30-097A-DC43381463CF}"/>
              </a:ext>
            </a:extLst>
          </p:cNvPr>
          <p:cNvSpPr/>
          <p:nvPr/>
        </p:nvSpPr>
        <p:spPr>
          <a:xfrm>
            <a:off x="1227133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Host(GMES)</a:t>
            </a:r>
            <a:endParaRPr lang="ko-KR" altLang="en-US" sz="14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3EF1E80-172A-8309-FA63-C328D5562C36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2080201" y="2297153"/>
            <a:ext cx="1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308F1A8-F481-116A-94A2-4D49772EF94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021909" y="2297153"/>
            <a:ext cx="0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1227DF8-4A95-2BF5-9E66-A37A12044CA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9963615" y="2297153"/>
            <a:ext cx="0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E301C92-0A14-563F-9F9C-8A3A0E580071}"/>
              </a:ext>
            </a:extLst>
          </p:cNvPr>
          <p:cNvCxnSpPr>
            <a:cxnSpLocks/>
          </p:cNvCxnSpPr>
          <p:nvPr/>
        </p:nvCxnSpPr>
        <p:spPr>
          <a:xfrm>
            <a:off x="6021909" y="2635957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245C28C-8B56-F16B-CBD5-8198B0D46ED8}"/>
              </a:ext>
            </a:extLst>
          </p:cNvPr>
          <p:cNvSpPr txBox="1"/>
          <p:nvPr/>
        </p:nvSpPr>
        <p:spPr>
          <a:xfrm>
            <a:off x="6606542" y="2332131"/>
            <a:ext cx="28618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Request(D51001.0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F8D2092A-D040-5656-482C-8F7E734E19AD}"/>
              </a:ext>
            </a:extLst>
          </p:cNvPr>
          <p:cNvGrpSpPr/>
          <p:nvPr/>
        </p:nvGrpSpPr>
        <p:grpSpPr>
          <a:xfrm>
            <a:off x="10278382" y="701119"/>
            <a:ext cx="1598179" cy="751414"/>
            <a:chOff x="10278382" y="701119"/>
            <a:chExt cx="1598179" cy="751414"/>
          </a:xfrm>
        </p:grpSpPr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82576E91-6A8F-3D47-1D40-72E246279FDC}"/>
                </a:ext>
              </a:extLst>
            </p:cNvPr>
            <p:cNvSpPr/>
            <p:nvPr/>
          </p:nvSpPr>
          <p:spPr>
            <a:xfrm>
              <a:off x="10278382" y="701119"/>
              <a:ext cx="1598179" cy="75141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9B6D8FD9-CAB3-8ABC-D4B9-5FC3ADF854B8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968404"/>
              <a:ext cx="437309" cy="0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9FD6F179-2308-612E-6B0A-737C3CBB5D12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1261531"/>
              <a:ext cx="437309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9F631A3-1D01-F946-27DA-C0CF51B5E6EF}"/>
                </a:ext>
              </a:extLst>
            </p:cNvPr>
            <p:cNvSpPr txBox="1"/>
            <p:nvPr/>
          </p:nvSpPr>
          <p:spPr>
            <a:xfrm>
              <a:off x="10926069" y="844995"/>
              <a:ext cx="7468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PLC</a:t>
              </a:r>
              <a:r>
                <a:rPr lang="ko-KR" altLang="en-US" sz="1200" dirty="0"/>
                <a:t>통신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A7426C5-1778-FD9F-CE51-75C8F9E337EB}"/>
                </a:ext>
              </a:extLst>
            </p:cNvPr>
            <p:cNvSpPr txBox="1"/>
            <p:nvPr/>
          </p:nvSpPr>
          <p:spPr>
            <a:xfrm>
              <a:off x="10926069" y="1135605"/>
              <a:ext cx="7970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MES</a:t>
              </a:r>
              <a:r>
                <a:rPr lang="ko-KR" altLang="en-US" sz="1200" dirty="0"/>
                <a:t>통신</a:t>
              </a:r>
            </a:p>
          </p:txBody>
        </p:sp>
      </p:grp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ACE7440B-A33B-4D5D-8589-CB1DC827AF45}"/>
              </a:ext>
            </a:extLst>
          </p:cNvPr>
          <p:cNvCxnSpPr>
            <a:cxnSpLocks/>
          </p:cNvCxnSpPr>
          <p:nvPr/>
        </p:nvCxnSpPr>
        <p:spPr>
          <a:xfrm>
            <a:off x="2080203" y="2775944"/>
            <a:ext cx="3941706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E26E06F7-623F-4844-B264-2E59AE951CDA}"/>
              </a:ext>
            </a:extLst>
          </p:cNvPr>
          <p:cNvSpPr txBox="1"/>
          <p:nvPr/>
        </p:nvSpPr>
        <p:spPr>
          <a:xfrm>
            <a:off x="3069279" y="2456939"/>
            <a:ext cx="19711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EERS : Event Report Send</a:t>
            </a:r>
            <a:endParaRPr lang="ko-KR" altLang="en-US" sz="1200" dirty="0"/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29C9EACC-720D-4738-BDAF-BDE419011BA5}"/>
              </a:ext>
            </a:extLst>
          </p:cNvPr>
          <p:cNvCxnSpPr>
            <a:cxnSpLocks/>
          </p:cNvCxnSpPr>
          <p:nvPr/>
        </p:nvCxnSpPr>
        <p:spPr>
          <a:xfrm>
            <a:off x="2080203" y="3067657"/>
            <a:ext cx="3941706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5628EC2C-0F21-424B-A8A0-1EE4BA765E2F}"/>
              </a:ext>
            </a:extLst>
          </p:cNvPr>
          <p:cNvSpPr txBox="1"/>
          <p:nvPr/>
        </p:nvSpPr>
        <p:spPr>
          <a:xfrm>
            <a:off x="3037219" y="2769564"/>
            <a:ext cx="20353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EERS_R : Event Report Ack</a:t>
            </a:r>
            <a:endParaRPr lang="ko-KR" altLang="en-US" sz="1200" dirty="0"/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36EC43F6-C1E7-4578-9601-C6EEDD51DB54}"/>
              </a:ext>
            </a:extLst>
          </p:cNvPr>
          <p:cNvCxnSpPr>
            <a:cxnSpLocks/>
          </p:cNvCxnSpPr>
          <p:nvPr/>
        </p:nvCxnSpPr>
        <p:spPr>
          <a:xfrm>
            <a:off x="6021909" y="4754871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6E0CB010-7DF4-41E0-828D-BC8B7EE35D10}"/>
              </a:ext>
            </a:extLst>
          </p:cNvPr>
          <p:cNvSpPr txBox="1"/>
          <p:nvPr/>
        </p:nvSpPr>
        <p:spPr>
          <a:xfrm>
            <a:off x="6582169" y="4475567"/>
            <a:ext cx="29692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Response(D50001.0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1C626636-AA06-4474-989C-8AA39FC530F0}"/>
              </a:ext>
            </a:extLst>
          </p:cNvPr>
          <p:cNvCxnSpPr>
            <a:cxnSpLocks/>
          </p:cNvCxnSpPr>
          <p:nvPr/>
        </p:nvCxnSpPr>
        <p:spPr>
          <a:xfrm>
            <a:off x="6021909" y="5141728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41B75E83-379D-4CB4-B85C-2E8A168D116B}"/>
              </a:ext>
            </a:extLst>
          </p:cNvPr>
          <p:cNvSpPr txBox="1"/>
          <p:nvPr/>
        </p:nvSpPr>
        <p:spPr>
          <a:xfrm>
            <a:off x="6592116" y="4837902"/>
            <a:ext cx="28906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Request(D51001.0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0B6DCE37-F217-4F10-8034-1BD7386C861C}"/>
              </a:ext>
            </a:extLst>
          </p:cNvPr>
          <p:cNvCxnSpPr>
            <a:cxnSpLocks/>
          </p:cNvCxnSpPr>
          <p:nvPr/>
        </p:nvCxnSpPr>
        <p:spPr>
          <a:xfrm>
            <a:off x="6021909" y="5508191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D058DACC-6358-4154-A178-F48ACA97EB86}"/>
              </a:ext>
            </a:extLst>
          </p:cNvPr>
          <p:cNvSpPr txBox="1"/>
          <p:nvPr/>
        </p:nvSpPr>
        <p:spPr>
          <a:xfrm>
            <a:off x="6582169" y="5228887"/>
            <a:ext cx="29692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Response(D50001.0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69" name="다이아몬드 68">
            <a:extLst>
              <a:ext uri="{FF2B5EF4-FFF2-40B4-BE49-F238E27FC236}">
                <a16:creationId xmlns:a16="http://schemas.microsoft.com/office/drawing/2014/main" id="{38CBC44A-B890-421F-B489-793AAA26B123}"/>
              </a:ext>
            </a:extLst>
          </p:cNvPr>
          <p:cNvSpPr/>
          <p:nvPr/>
        </p:nvSpPr>
        <p:spPr>
          <a:xfrm>
            <a:off x="4768605" y="3202300"/>
            <a:ext cx="2508496" cy="52530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Accepted?</a:t>
            </a:r>
            <a:endParaRPr lang="ko-KR" altLang="en-US" sz="16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A9E7F7C-C70F-4B4A-87EF-F8616F8FF6B0}"/>
              </a:ext>
            </a:extLst>
          </p:cNvPr>
          <p:cNvSpPr txBox="1"/>
          <p:nvPr/>
        </p:nvSpPr>
        <p:spPr>
          <a:xfrm>
            <a:off x="6475015" y="3572016"/>
            <a:ext cx="394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No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4C2BEE90-D12A-4EE3-9354-8571B08FD595}"/>
              </a:ext>
            </a:extLst>
          </p:cNvPr>
          <p:cNvCxnSpPr>
            <a:cxnSpLocks/>
          </p:cNvCxnSpPr>
          <p:nvPr/>
        </p:nvCxnSpPr>
        <p:spPr>
          <a:xfrm>
            <a:off x="6021909" y="3822102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6387E507-74B8-4A64-B858-65ED3C418C36}"/>
              </a:ext>
            </a:extLst>
          </p:cNvPr>
          <p:cNvSpPr txBox="1"/>
          <p:nvPr/>
        </p:nvSpPr>
        <p:spPr>
          <a:xfrm>
            <a:off x="7201152" y="3556915"/>
            <a:ext cx="25783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Barcode Error(D50001.7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ECA188-F486-4260-B9D9-1DC2D9B5CE77}"/>
              </a:ext>
            </a:extLst>
          </p:cNvPr>
          <p:cNvSpPr txBox="1"/>
          <p:nvPr/>
        </p:nvSpPr>
        <p:spPr>
          <a:xfrm>
            <a:off x="10127260" y="4475567"/>
            <a:ext cx="204203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PLC </a:t>
            </a:r>
            <a:r>
              <a:rPr lang="ko-KR" altLang="en-US" sz="1200" dirty="0"/>
              <a:t>터치에 </a:t>
            </a:r>
            <a:r>
              <a:rPr lang="ko-KR" altLang="en-US" sz="1200" dirty="0" err="1"/>
              <a:t>알람신호</a:t>
            </a:r>
            <a:r>
              <a:rPr lang="ko-KR" altLang="en-US" sz="1200" dirty="0"/>
              <a:t> 표시 </a:t>
            </a:r>
            <a:endParaRPr lang="en-US" altLang="ko-KR" sz="1200" dirty="0"/>
          </a:p>
          <a:p>
            <a:r>
              <a:rPr lang="ko-KR" altLang="en-US" sz="1200" dirty="0"/>
              <a:t>및 진행여부 판단을 위해</a:t>
            </a:r>
            <a:r>
              <a:rPr lang="en-US" altLang="ko-KR" sz="1200" dirty="0"/>
              <a:t>,</a:t>
            </a:r>
          </a:p>
          <a:p>
            <a:r>
              <a:rPr lang="en-US" altLang="ko-KR" sz="1200" dirty="0"/>
              <a:t>Error </a:t>
            </a:r>
            <a:r>
              <a:rPr lang="ko-KR" altLang="en-US" sz="1200" dirty="0"/>
              <a:t>신호 </a:t>
            </a:r>
            <a:r>
              <a:rPr lang="en-US" altLang="ko-KR" sz="1200" dirty="0"/>
              <a:t>ON </a:t>
            </a:r>
            <a:r>
              <a:rPr lang="ko-KR" altLang="en-US" sz="1200" dirty="0"/>
              <a:t>이후</a:t>
            </a:r>
            <a:r>
              <a:rPr lang="en-US" altLang="ko-KR" sz="1200" dirty="0"/>
              <a:t>, </a:t>
            </a:r>
          </a:p>
          <a:p>
            <a:r>
              <a:rPr lang="ko-KR" altLang="en-US" sz="1200" dirty="0"/>
              <a:t>투입보고 </a:t>
            </a:r>
            <a:r>
              <a:rPr lang="en-US" altLang="ko-KR" sz="1200" dirty="0"/>
              <a:t>Response ON</a:t>
            </a:r>
            <a:endParaRPr lang="ko-KR" altLang="en-US" sz="1200" dirty="0"/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35AECDB9-3D36-428F-8BF3-102F6B63999A}"/>
              </a:ext>
            </a:extLst>
          </p:cNvPr>
          <p:cNvSpPr/>
          <p:nvPr/>
        </p:nvSpPr>
        <p:spPr>
          <a:xfrm>
            <a:off x="2264266" y="3898500"/>
            <a:ext cx="3464835" cy="58031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50" dirty="0"/>
              <a:t>Event Report Ack</a:t>
            </a:r>
            <a:r>
              <a:rPr lang="ko-KR" altLang="en-US" sz="1050" dirty="0"/>
              <a:t>에서 </a:t>
            </a:r>
            <a:r>
              <a:rPr lang="en-US" altLang="ko-KR" sz="1050" dirty="0"/>
              <a:t>Not Accepted</a:t>
            </a:r>
            <a:r>
              <a:rPr lang="ko-KR" altLang="en-US" sz="1050" dirty="0"/>
              <a:t>일 경우</a:t>
            </a:r>
            <a:r>
              <a:rPr lang="en-US" altLang="ko-KR" sz="1050" dirty="0"/>
              <a:t>,</a:t>
            </a:r>
          </a:p>
          <a:p>
            <a:r>
              <a:rPr lang="en-US" altLang="ko-KR" sz="1050" dirty="0"/>
              <a:t>EPDS(Product Data Send) </a:t>
            </a:r>
            <a:r>
              <a:rPr lang="ko-KR" altLang="en-US" sz="1050" dirty="0"/>
              <a:t>메시지는 들어오지 않는다</a:t>
            </a:r>
            <a:r>
              <a:rPr lang="en-US" altLang="ko-KR" sz="1050" dirty="0"/>
              <a:t>.</a:t>
            </a:r>
            <a:endParaRPr lang="ko-KR" altLang="en-US" sz="105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BD02892-2549-487C-BC9E-412DA6DE0428}"/>
              </a:ext>
            </a:extLst>
          </p:cNvPr>
          <p:cNvSpPr txBox="1"/>
          <p:nvPr/>
        </p:nvSpPr>
        <p:spPr>
          <a:xfrm>
            <a:off x="4159477" y="1146658"/>
            <a:ext cx="54203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투입보고 하였으나</a:t>
            </a:r>
            <a:r>
              <a:rPr lang="en-US" altLang="ko-KR" sz="1200" dirty="0"/>
              <a:t>, GMES </a:t>
            </a:r>
            <a:r>
              <a:rPr lang="ko-KR" altLang="en-US" sz="1200" dirty="0"/>
              <a:t>서버에서 </a:t>
            </a:r>
            <a:r>
              <a:rPr lang="en-US" altLang="ko-KR" sz="1200" dirty="0"/>
              <a:t>Ack</a:t>
            </a:r>
            <a:r>
              <a:rPr lang="ko-KR" altLang="en-US" sz="1200" dirty="0"/>
              <a:t>신호로 </a:t>
            </a:r>
            <a:r>
              <a:rPr lang="en-US" altLang="ko-KR" sz="1200" dirty="0"/>
              <a:t>“Not Accepted”</a:t>
            </a:r>
            <a:r>
              <a:rPr lang="ko-KR" altLang="en-US" sz="1200" dirty="0"/>
              <a:t>가 왔을 경우</a:t>
            </a:r>
            <a:endParaRPr lang="en-US" altLang="ko-KR" sz="1200" dirty="0"/>
          </a:p>
          <a:p>
            <a:r>
              <a:rPr lang="en-US" altLang="ko-KR" sz="1200" dirty="0"/>
              <a:t>PLC </a:t>
            </a:r>
            <a:r>
              <a:rPr lang="ko-KR" altLang="en-US" sz="1200" dirty="0"/>
              <a:t>터치 화면에 </a:t>
            </a:r>
            <a:r>
              <a:rPr lang="en-US" altLang="ko-KR" sz="1200" dirty="0"/>
              <a:t>Error </a:t>
            </a:r>
            <a:r>
              <a:rPr lang="ko-KR" altLang="en-US" sz="1200" dirty="0"/>
              <a:t>표시하고</a:t>
            </a:r>
            <a:r>
              <a:rPr lang="en-US" altLang="ko-KR" sz="1200" dirty="0"/>
              <a:t>, </a:t>
            </a:r>
            <a:r>
              <a:rPr lang="ko-KR" altLang="en-US" sz="1200" dirty="0"/>
              <a:t>재시도 할지</a:t>
            </a:r>
            <a:r>
              <a:rPr lang="en-US" altLang="ko-KR" sz="1200" dirty="0"/>
              <a:t>? Pass</a:t>
            </a:r>
            <a:r>
              <a:rPr lang="ko-KR" altLang="en-US" sz="1200" dirty="0"/>
              <a:t>할지</a:t>
            </a:r>
            <a:r>
              <a:rPr lang="en-US" altLang="ko-KR" sz="1200" dirty="0"/>
              <a:t>? </a:t>
            </a:r>
            <a:r>
              <a:rPr lang="ko-KR" altLang="en-US" sz="1200" dirty="0"/>
              <a:t>결정</a:t>
            </a:r>
            <a:endParaRPr lang="en-US" altLang="ko-KR" sz="1200" dirty="0"/>
          </a:p>
          <a:p>
            <a:r>
              <a:rPr lang="en-US" altLang="ko-KR" sz="1200" dirty="0"/>
              <a:t>Pass</a:t>
            </a:r>
            <a:r>
              <a:rPr lang="ko-KR" altLang="en-US" sz="1200" dirty="0"/>
              <a:t>의 경우</a:t>
            </a:r>
            <a:r>
              <a:rPr lang="en-US" altLang="ko-KR" sz="1200" dirty="0"/>
              <a:t>, “Pass </a:t>
            </a:r>
            <a:r>
              <a:rPr lang="ko-KR" altLang="en-US" sz="1200" dirty="0"/>
              <a:t>시나리오 참고</a:t>
            </a:r>
            <a:r>
              <a:rPr lang="en-US" altLang="ko-KR" sz="1200" dirty="0"/>
              <a:t>”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A582597E-1497-44C1-BD78-402D0CD8770D}"/>
              </a:ext>
            </a:extLst>
          </p:cNvPr>
          <p:cNvSpPr/>
          <p:nvPr/>
        </p:nvSpPr>
        <p:spPr>
          <a:xfrm>
            <a:off x="8575869" y="5632164"/>
            <a:ext cx="2775490" cy="93746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50" dirty="0"/>
              <a:t>PLC</a:t>
            </a:r>
            <a:r>
              <a:rPr lang="ko-KR" altLang="en-US" sz="1050" dirty="0"/>
              <a:t> </a:t>
            </a:r>
            <a:r>
              <a:rPr lang="en-US" altLang="ko-KR" sz="1050" dirty="0"/>
              <a:t>Touch </a:t>
            </a:r>
            <a:r>
              <a:rPr lang="ko-KR" altLang="en-US" sz="1050" dirty="0"/>
              <a:t>화면에 </a:t>
            </a:r>
            <a:r>
              <a:rPr lang="en-US" altLang="ko-KR" sz="1050" dirty="0"/>
              <a:t>Error </a:t>
            </a:r>
            <a:r>
              <a:rPr lang="ko-KR" altLang="en-US" sz="1050" dirty="0"/>
              <a:t>화면 표시</a:t>
            </a:r>
            <a:r>
              <a:rPr lang="en-US" altLang="ko-KR" sz="1050" dirty="0"/>
              <a:t>.</a:t>
            </a:r>
          </a:p>
          <a:p>
            <a:r>
              <a:rPr lang="en-US" altLang="ko-KR" sz="1050" dirty="0"/>
              <a:t>“</a:t>
            </a:r>
            <a:r>
              <a:rPr lang="ko-KR" altLang="en-US" sz="1050" dirty="0"/>
              <a:t>재시도</a:t>
            </a:r>
            <a:r>
              <a:rPr lang="en-US" altLang="ko-KR" sz="1050" dirty="0"/>
              <a:t>”</a:t>
            </a:r>
            <a:r>
              <a:rPr lang="ko-KR" altLang="en-US" sz="1050" dirty="0"/>
              <a:t> </a:t>
            </a:r>
            <a:r>
              <a:rPr lang="en-US" altLang="ko-KR" sz="1050" dirty="0"/>
              <a:t>/ “Pass” / “</a:t>
            </a:r>
            <a:r>
              <a:rPr lang="ko-KR" altLang="en-US" sz="1050" dirty="0"/>
              <a:t>수동조작</a:t>
            </a:r>
            <a:r>
              <a:rPr lang="en-US" altLang="ko-KR" sz="1050" dirty="0"/>
              <a:t>”</a:t>
            </a:r>
            <a:r>
              <a:rPr lang="ko-KR" altLang="en-US" sz="1050" dirty="0"/>
              <a:t> 중 선택</a:t>
            </a:r>
            <a:r>
              <a:rPr lang="en-US" altLang="ko-KR" sz="1050" dirty="0"/>
              <a:t>.</a:t>
            </a:r>
          </a:p>
          <a:p>
            <a:endParaRPr lang="en-US" altLang="ko-KR" sz="1050" dirty="0"/>
          </a:p>
          <a:p>
            <a:r>
              <a:rPr lang="ko-KR" altLang="en-US" sz="1050" dirty="0"/>
              <a:t>재시도를 선택할 경우</a:t>
            </a:r>
            <a:r>
              <a:rPr lang="en-US" altLang="ko-KR" sz="1050" dirty="0"/>
              <a:t>, </a:t>
            </a:r>
            <a:r>
              <a:rPr lang="ko-KR" altLang="en-US" sz="1050" dirty="0"/>
              <a:t>투입보고부터 다시</a:t>
            </a:r>
            <a:r>
              <a:rPr lang="en-US" altLang="ko-KR" sz="1050" dirty="0"/>
              <a:t>,</a:t>
            </a:r>
          </a:p>
          <a:p>
            <a:r>
              <a:rPr lang="en-US" altLang="ko-KR" sz="1050" dirty="0"/>
              <a:t>PASS</a:t>
            </a:r>
            <a:r>
              <a:rPr lang="ko-KR" altLang="en-US" sz="1050" dirty="0"/>
              <a:t>의 경우</a:t>
            </a:r>
            <a:r>
              <a:rPr lang="en-US" altLang="ko-KR" sz="1050" dirty="0"/>
              <a:t>, Pass Case </a:t>
            </a:r>
            <a:r>
              <a:rPr lang="ko-KR" altLang="en-US" sz="1050" dirty="0"/>
              <a:t>시나리오 참고</a:t>
            </a:r>
            <a:r>
              <a:rPr lang="en-US" altLang="ko-KR" sz="1050" dirty="0"/>
              <a:t>.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34854188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GMES(PLC)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5294879-7584-2B7B-5075-13ADADCB59EA}"/>
              </a:ext>
            </a:extLst>
          </p:cNvPr>
          <p:cNvSpPr/>
          <p:nvPr/>
        </p:nvSpPr>
        <p:spPr>
          <a:xfrm>
            <a:off x="9110546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PLC</a:t>
            </a:r>
            <a:endParaRPr lang="ko-KR" altLang="en-US" sz="14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EDC52FF-7CF7-0D85-A109-5DD5429FEF7A}"/>
              </a:ext>
            </a:extLst>
          </p:cNvPr>
          <p:cNvSpPr/>
          <p:nvPr/>
        </p:nvSpPr>
        <p:spPr>
          <a:xfrm>
            <a:off x="5168840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Laser PC</a:t>
            </a:r>
            <a:endParaRPr lang="ko-KR" altLang="en-US" sz="14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A82046B-D4B7-CB30-097A-DC43381463CF}"/>
              </a:ext>
            </a:extLst>
          </p:cNvPr>
          <p:cNvSpPr/>
          <p:nvPr/>
        </p:nvSpPr>
        <p:spPr>
          <a:xfrm>
            <a:off x="1227133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Host(GMES)</a:t>
            </a:r>
            <a:endParaRPr lang="ko-KR" altLang="en-US" sz="14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3EF1E80-172A-8309-FA63-C328D5562C36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2080201" y="2297153"/>
            <a:ext cx="1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308F1A8-F481-116A-94A2-4D49772EF94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021909" y="2297153"/>
            <a:ext cx="0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1227DF8-4A95-2BF5-9E66-A37A12044CA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9963615" y="2297153"/>
            <a:ext cx="0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E301C92-0A14-563F-9F9C-8A3A0E580071}"/>
              </a:ext>
            </a:extLst>
          </p:cNvPr>
          <p:cNvCxnSpPr>
            <a:cxnSpLocks/>
          </p:cNvCxnSpPr>
          <p:nvPr/>
        </p:nvCxnSpPr>
        <p:spPr>
          <a:xfrm>
            <a:off x="6021909" y="2635957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245C28C-8B56-F16B-CBD5-8198B0D46ED8}"/>
              </a:ext>
            </a:extLst>
          </p:cNvPr>
          <p:cNvSpPr txBox="1"/>
          <p:nvPr/>
        </p:nvSpPr>
        <p:spPr>
          <a:xfrm>
            <a:off x="6616161" y="2332131"/>
            <a:ext cx="28425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Request(D51001.4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F8D2092A-D040-5656-482C-8F7E734E19AD}"/>
              </a:ext>
            </a:extLst>
          </p:cNvPr>
          <p:cNvGrpSpPr/>
          <p:nvPr/>
        </p:nvGrpSpPr>
        <p:grpSpPr>
          <a:xfrm>
            <a:off x="10278382" y="701119"/>
            <a:ext cx="1598179" cy="751414"/>
            <a:chOff x="10278382" y="701119"/>
            <a:chExt cx="1598179" cy="751414"/>
          </a:xfrm>
        </p:grpSpPr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82576E91-6A8F-3D47-1D40-72E246279FDC}"/>
                </a:ext>
              </a:extLst>
            </p:cNvPr>
            <p:cNvSpPr/>
            <p:nvPr/>
          </p:nvSpPr>
          <p:spPr>
            <a:xfrm>
              <a:off x="10278382" y="701119"/>
              <a:ext cx="1598179" cy="75141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9B6D8FD9-CAB3-8ABC-D4B9-5FC3ADF854B8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968404"/>
              <a:ext cx="437309" cy="0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9FD6F179-2308-612E-6B0A-737C3CBB5D12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1261531"/>
              <a:ext cx="437309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9F631A3-1D01-F946-27DA-C0CF51B5E6EF}"/>
                </a:ext>
              </a:extLst>
            </p:cNvPr>
            <p:cNvSpPr txBox="1"/>
            <p:nvPr/>
          </p:nvSpPr>
          <p:spPr>
            <a:xfrm>
              <a:off x="10926069" y="844995"/>
              <a:ext cx="7468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PLC</a:t>
              </a:r>
              <a:r>
                <a:rPr lang="ko-KR" altLang="en-US" sz="1200" dirty="0"/>
                <a:t>통신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A7426C5-1778-FD9F-CE51-75C8F9E337EB}"/>
                </a:ext>
              </a:extLst>
            </p:cNvPr>
            <p:cNvSpPr txBox="1"/>
            <p:nvPr/>
          </p:nvSpPr>
          <p:spPr>
            <a:xfrm>
              <a:off x="10926069" y="1135605"/>
              <a:ext cx="7970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MES</a:t>
              </a:r>
              <a:r>
                <a:rPr lang="ko-KR" altLang="en-US" sz="1200" dirty="0"/>
                <a:t>통신</a:t>
              </a:r>
            </a:p>
          </p:txBody>
        </p:sp>
      </p:grp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ACE7440B-A33B-4D5D-8589-CB1DC827AF45}"/>
              </a:ext>
            </a:extLst>
          </p:cNvPr>
          <p:cNvCxnSpPr>
            <a:cxnSpLocks/>
          </p:cNvCxnSpPr>
          <p:nvPr/>
        </p:nvCxnSpPr>
        <p:spPr>
          <a:xfrm>
            <a:off x="2080203" y="2775944"/>
            <a:ext cx="3941706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E26E06F7-623F-4844-B264-2E59AE951CDA}"/>
              </a:ext>
            </a:extLst>
          </p:cNvPr>
          <p:cNvSpPr txBox="1"/>
          <p:nvPr/>
        </p:nvSpPr>
        <p:spPr>
          <a:xfrm>
            <a:off x="3069279" y="2456939"/>
            <a:ext cx="19711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EERS : Event Report Send</a:t>
            </a:r>
            <a:endParaRPr lang="ko-KR" altLang="en-US" sz="1200" dirty="0"/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29C9EACC-720D-4738-BDAF-BDE419011BA5}"/>
              </a:ext>
            </a:extLst>
          </p:cNvPr>
          <p:cNvCxnSpPr>
            <a:cxnSpLocks/>
          </p:cNvCxnSpPr>
          <p:nvPr/>
        </p:nvCxnSpPr>
        <p:spPr>
          <a:xfrm>
            <a:off x="2080203" y="3067657"/>
            <a:ext cx="3941706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5628EC2C-0F21-424B-A8A0-1EE4BA765E2F}"/>
              </a:ext>
            </a:extLst>
          </p:cNvPr>
          <p:cNvSpPr txBox="1"/>
          <p:nvPr/>
        </p:nvSpPr>
        <p:spPr>
          <a:xfrm>
            <a:off x="3037219" y="2769564"/>
            <a:ext cx="20353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EERS_R : Event Report Ack</a:t>
            </a:r>
            <a:endParaRPr lang="ko-KR" altLang="en-US" sz="1200" dirty="0"/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36EC43F6-C1E7-4578-9601-C6EEDD51DB54}"/>
              </a:ext>
            </a:extLst>
          </p:cNvPr>
          <p:cNvCxnSpPr>
            <a:cxnSpLocks/>
          </p:cNvCxnSpPr>
          <p:nvPr/>
        </p:nvCxnSpPr>
        <p:spPr>
          <a:xfrm>
            <a:off x="6021909" y="4772356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6E0CB010-7DF4-41E0-828D-BC8B7EE35D10}"/>
              </a:ext>
            </a:extLst>
          </p:cNvPr>
          <p:cNvSpPr txBox="1"/>
          <p:nvPr/>
        </p:nvSpPr>
        <p:spPr>
          <a:xfrm>
            <a:off x="6582169" y="4493052"/>
            <a:ext cx="29692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Response(D50001.4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1C626636-AA06-4474-989C-8AA39FC530F0}"/>
              </a:ext>
            </a:extLst>
          </p:cNvPr>
          <p:cNvCxnSpPr>
            <a:cxnSpLocks/>
          </p:cNvCxnSpPr>
          <p:nvPr/>
        </p:nvCxnSpPr>
        <p:spPr>
          <a:xfrm>
            <a:off x="6021909" y="5159213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41B75E83-379D-4CB4-B85C-2E8A168D116B}"/>
              </a:ext>
            </a:extLst>
          </p:cNvPr>
          <p:cNvSpPr txBox="1"/>
          <p:nvPr/>
        </p:nvSpPr>
        <p:spPr>
          <a:xfrm>
            <a:off x="6592116" y="4855387"/>
            <a:ext cx="28906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Request(D51001.4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0B6DCE37-F217-4F10-8034-1BD7386C861C}"/>
              </a:ext>
            </a:extLst>
          </p:cNvPr>
          <p:cNvCxnSpPr>
            <a:cxnSpLocks/>
          </p:cNvCxnSpPr>
          <p:nvPr/>
        </p:nvCxnSpPr>
        <p:spPr>
          <a:xfrm>
            <a:off x="6021909" y="5525676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D058DACC-6358-4154-A178-F48ACA97EB86}"/>
              </a:ext>
            </a:extLst>
          </p:cNvPr>
          <p:cNvSpPr txBox="1"/>
          <p:nvPr/>
        </p:nvSpPr>
        <p:spPr>
          <a:xfrm>
            <a:off x="6582169" y="5246372"/>
            <a:ext cx="29692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Response(D50001.4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69" name="다이아몬드 68">
            <a:extLst>
              <a:ext uri="{FF2B5EF4-FFF2-40B4-BE49-F238E27FC236}">
                <a16:creationId xmlns:a16="http://schemas.microsoft.com/office/drawing/2014/main" id="{38CBC44A-B890-421F-B489-793AAA26B123}"/>
              </a:ext>
            </a:extLst>
          </p:cNvPr>
          <p:cNvSpPr/>
          <p:nvPr/>
        </p:nvSpPr>
        <p:spPr>
          <a:xfrm>
            <a:off x="4768605" y="3202300"/>
            <a:ext cx="2508496" cy="52530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Accepted?</a:t>
            </a:r>
            <a:endParaRPr lang="ko-KR" altLang="en-US" sz="16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A9E7F7C-C70F-4B4A-87EF-F8616F8FF6B0}"/>
              </a:ext>
            </a:extLst>
          </p:cNvPr>
          <p:cNvSpPr txBox="1"/>
          <p:nvPr/>
        </p:nvSpPr>
        <p:spPr>
          <a:xfrm>
            <a:off x="6475015" y="3572016"/>
            <a:ext cx="394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No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4C2BEE90-D12A-4EE3-9354-8571B08FD595}"/>
              </a:ext>
            </a:extLst>
          </p:cNvPr>
          <p:cNvCxnSpPr>
            <a:cxnSpLocks/>
          </p:cNvCxnSpPr>
          <p:nvPr/>
        </p:nvCxnSpPr>
        <p:spPr>
          <a:xfrm>
            <a:off x="6021909" y="3822102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6387E507-74B8-4A64-B858-65ED3C418C36}"/>
              </a:ext>
            </a:extLst>
          </p:cNvPr>
          <p:cNvSpPr txBox="1"/>
          <p:nvPr/>
        </p:nvSpPr>
        <p:spPr>
          <a:xfrm>
            <a:off x="7201152" y="3556915"/>
            <a:ext cx="25783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Barcode Error(D50001.8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ECA188-F486-4260-B9D9-1DC2D9B5CE77}"/>
              </a:ext>
            </a:extLst>
          </p:cNvPr>
          <p:cNvSpPr txBox="1"/>
          <p:nvPr/>
        </p:nvSpPr>
        <p:spPr>
          <a:xfrm>
            <a:off x="10127260" y="4631551"/>
            <a:ext cx="204203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PLC </a:t>
            </a:r>
            <a:r>
              <a:rPr lang="ko-KR" altLang="en-US" sz="1200" dirty="0"/>
              <a:t>터치에 </a:t>
            </a:r>
            <a:r>
              <a:rPr lang="ko-KR" altLang="en-US" sz="1200" dirty="0" err="1"/>
              <a:t>알람신호</a:t>
            </a:r>
            <a:r>
              <a:rPr lang="ko-KR" altLang="en-US" sz="1200" dirty="0"/>
              <a:t> 표시 </a:t>
            </a:r>
            <a:endParaRPr lang="en-US" altLang="ko-KR" sz="1200" dirty="0"/>
          </a:p>
          <a:p>
            <a:r>
              <a:rPr lang="ko-KR" altLang="en-US" sz="1200" dirty="0"/>
              <a:t>및 진행여부 판단을 위해</a:t>
            </a:r>
            <a:r>
              <a:rPr lang="en-US" altLang="ko-KR" sz="1200" dirty="0"/>
              <a:t>,</a:t>
            </a:r>
          </a:p>
          <a:p>
            <a:r>
              <a:rPr lang="en-US" altLang="ko-KR" sz="1200" dirty="0"/>
              <a:t>Error </a:t>
            </a:r>
            <a:r>
              <a:rPr lang="ko-KR" altLang="en-US" sz="1200" dirty="0"/>
              <a:t>신호 </a:t>
            </a:r>
            <a:r>
              <a:rPr lang="en-US" altLang="ko-KR" sz="1200" dirty="0"/>
              <a:t>ON </a:t>
            </a:r>
            <a:r>
              <a:rPr lang="ko-KR" altLang="en-US" sz="1200" dirty="0"/>
              <a:t>이후</a:t>
            </a:r>
            <a:r>
              <a:rPr lang="en-US" altLang="ko-KR" sz="1200" dirty="0"/>
              <a:t>, </a:t>
            </a:r>
          </a:p>
          <a:p>
            <a:r>
              <a:rPr lang="ko-KR" altLang="en-US" sz="1200" dirty="0"/>
              <a:t>투입보고 </a:t>
            </a:r>
            <a:r>
              <a:rPr lang="en-US" altLang="ko-KR" sz="1200" dirty="0"/>
              <a:t>Response ON</a:t>
            </a:r>
            <a:endParaRPr lang="ko-KR" altLang="en-US" sz="1200" dirty="0"/>
          </a:p>
        </p:txBody>
      </p:sp>
      <p:sp>
        <p:nvSpPr>
          <p:cNvPr id="77" name="제목 1">
            <a:extLst>
              <a:ext uri="{FF2B5EF4-FFF2-40B4-BE49-F238E27FC236}">
                <a16:creationId xmlns:a16="http://schemas.microsoft.com/office/drawing/2014/main" id="{EB9BED59-2919-49E8-BA25-3CFFEDD06B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723" y="514769"/>
            <a:ext cx="9573983" cy="562057"/>
          </a:xfrm>
        </p:spPr>
        <p:txBody>
          <a:bodyPr>
            <a:noAutofit/>
          </a:bodyPr>
          <a:lstStyle/>
          <a:p>
            <a:r>
              <a:rPr lang="ko-KR" altLang="en-US" sz="2400" dirty="0" err="1"/>
              <a:t>스테이터</a:t>
            </a:r>
            <a:r>
              <a:rPr lang="ko-KR" altLang="en-US" sz="2400" dirty="0"/>
              <a:t> 투입보고 </a:t>
            </a:r>
            <a:r>
              <a:rPr lang="en-US" altLang="ko-KR" sz="2400" dirty="0"/>
              <a:t>– JIG B Abnormal Case(GMES Barcode Error)</a:t>
            </a:r>
            <a:endParaRPr lang="ko-KR" altLang="en-US" sz="2400" dirty="0"/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7E05B4D6-C3EB-4EFD-BC40-2B329278A9DD}"/>
              </a:ext>
            </a:extLst>
          </p:cNvPr>
          <p:cNvSpPr/>
          <p:nvPr/>
        </p:nvSpPr>
        <p:spPr>
          <a:xfrm>
            <a:off x="2264266" y="3898500"/>
            <a:ext cx="3464835" cy="58031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50" dirty="0"/>
              <a:t>Event Report Ack</a:t>
            </a:r>
            <a:r>
              <a:rPr lang="ko-KR" altLang="en-US" sz="1050" dirty="0"/>
              <a:t>에서 </a:t>
            </a:r>
            <a:r>
              <a:rPr lang="en-US" altLang="ko-KR" sz="1050" dirty="0"/>
              <a:t>Not Accepted</a:t>
            </a:r>
            <a:r>
              <a:rPr lang="ko-KR" altLang="en-US" sz="1050" dirty="0"/>
              <a:t>일 경우</a:t>
            </a:r>
            <a:r>
              <a:rPr lang="en-US" altLang="ko-KR" sz="1050" dirty="0"/>
              <a:t>,</a:t>
            </a:r>
          </a:p>
          <a:p>
            <a:r>
              <a:rPr lang="en-US" altLang="ko-KR" sz="1050" dirty="0"/>
              <a:t>EPDS(Product Data Send) </a:t>
            </a:r>
            <a:r>
              <a:rPr lang="ko-KR" altLang="en-US" sz="1050" dirty="0"/>
              <a:t>메시지는 들어오지 않는다</a:t>
            </a:r>
            <a:r>
              <a:rPr lang="en-US" altLang="ko-KR" sz="1050" dirty="0"/>
              <a:t>.</a:t>
            </a:r>
            <a:endParaRPr lang="ko-KR" altLang="en-US" sz="105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D30C78C-E2EF-4CDD-82D4-621D2424D22C}"/>
              </a:ext>
            </a:extLst>
          </p:cNvPr>
          <p:cNvSpPr txBox="1"/>
          <p:nvPr/>
        </p:nvSpPr>
        <p:spPr>
          <a:xfrm>
            <a:off x="4159477" y="1146658"/>
            <a:ext cx="54203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투입보고 하였으나</a:t>
            </a:r>
            <a:r>
              <a:rPr lang="en-US" altLang="ko-KR" sz="1200" dirty="0"/>
              <a:t>, GMES </a:t>
            </a:r>
            <a:r>
              <a:rPr lang="ko-KR" altLang="en-US" sz="1200" dirty="0"/>
              <a:t>서버에서 </a:t>
            </a:r>
            <a:r>
              <a:rPr lang="en-US" altLang="ko-KR" sz="1200" dirty="0"/>
              <a:t>Ack</a:t>
            </a:r>
            <a:r>
              <a:rPr lang="ko-KR" altLang="en-US" sz="1200" dirty="0"/>
              <a:t>신호로 </a:t>
            </a:r>
            <a:r>
              <a:rPr lang="en-US" altLang="ko-KR" sz="1200" dirty="0"/>
              <a:t>“Not Accepted”</a:t>
            </a:r>
            <a:r>
              <a:rPr lang="ko-KR" altLang="en-US" sz="1200" dirty="0"/>
              <a:t>가 왔을 경우</a:t>
            </a:r>
            <a:endParaRPr lang="en-US" altLang="ko-KR" sz="1200" dirty="0"/>
          </a:p>
          <a:p>
            <a:r>
              <a:rPr lang="en-US" altLang="ko-KR" sz="1200" dirty="0"/>
              <a:t>PLC </a:t>
            </a:r>
            <a:r>
              <a:rPr lang="ko-KR" altLang="en-US" sz="1200" dirty="0"/>
              <a:t>터치 화면에 </a:t>
            </a:r>
            <a:r>
              <a:rPr lang="en-US" altLang="ko-KR" sz="1200" dirty="0"/>
              <a:t>Error </a:t>
            </a:r>
            <a:r>
              <a:rPr lang="ko-KR" altLang="en-US" sz="1200" dirty="0"/>
              <a:t>표시하고</a:t>
            </a:r>
            <a:r>
              <a:rPr lang="en-US" altLang="ko-KR" sz="1200" dirty="0"/>
              <a:t>, </a:t>
            </a:r>
            <a:r>
              <a:rPr lang="ko-KR" altLang="en-US" sz="1200" dirty="0"/>
              <a:t>재시도 할지</a:t>
            </a:r>
            <a:r>
              <a:rPr lang="en-US" altLang="ko-KR" sz="1200" dirty="0"/>
              <a:t>? Pass</a:t>
            </a:r>
            <a:r>
              <a:rPr lang="ko-KR" altLang="en-US" sz="1200" dirty="0"/>
              <a:t>할지</a:t>
            </a:r>
            <a:r>
              <a:rPr lang="en-US" altLang="ko-KR" sz="1200" dirty="0"/>
              <a:t>? </a:t>
            </a:r>
            <a:r>
              <a:rPr lang="ko-KR" altLang="en-US" sz="1200" dirty="0"/>
              <a:t>결정</a:t>
            </a:r>
            <a:endParaRPr lang="en-US" altLang="ko-KR" sz="1200" dirty="0"/>
          </a:p>
          <a:p>
            <a:r>
              <a:rPr lang="en-US" altLang="ko-KR" sz="1200" dirty="0"/>
              <a:t>Pass</a:t>
            </a:r>
            <a:r>
              <a:rPr lang="ko-KR" altLang="en-US" sz="1200" dirty="0"/>
              <a:t>의 경우</a:t>
            </a:r>
            <a:r>
              <a:rPr lang="en-US" altLang="ko-KR" sz="1200" dirty="0"/>
              <a:t>, “Pass </a:t>
            </a:r>
            <a:r>
              <a:rPr lang="ko-KR" altLang="en-US" sz="1200" dirty="0"/>
              <a:t>시나리오 참고</a:t>
            </a:r>
            <a:r>
              <a:rPr lang="en-US" altLang="ko-KR" sz="1200" dirty="0"/>
              <a:t>”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7B48F818-DA25-4505-A332-983581F1B2FA}"/>
              </a:ext>
            </a:extLst>
          </p:cNvPr>
          <p:cNvSpPr/>
          <p:nvPr/>
        </p:nvSpPr>
        <p:spPr>
          <a:xfrm>
            <a:off x="8575869" y="5632164"/>
            <a:ext cx="2775490" cy="93746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50" dirty="0"/>
              <a:t>PLC</a:t>
            </a:r>
            <a:r>
              <a:rPr lang="ko-KR" altLang="en-US" sz="1050" dirty="0"/>
              <a:t> </a:t>
            </a:r>
            <a:r>
              <a:rPr lang="en-US" altLang="ko-KR" sz="1050" dirty="0"/>
              <a:t>Touch </a:t>
            </a:r>
            <a:r>
              <a:rPr lang="ko-KR" altLang="en-US" sz="1050" dirty="0"/>
              <a:t>화면에 </a:t>
            </a:r>
            <a:r>
              <a:rPr lang="en-US" altLang="ko-KR" sz="1050" dirty="0"/>
              <a:t>Error </a:t>
            </a:r>
            <a:r>
              <a:rPr lang="ko-KR" altLang="en-US" sz="1050" dirty="0"/>
              <a:t>화면 표시</a:t>
            </a:r>
            <a:r>
              <a:rPr lang="en-US" altLang="ko-KR" sz="1050" dirty="0"/>
              <a:t>.</a:t>
            </a:r>
          </a:p>
          <a:p>
            <a:r>
              <a:rPr lang="en-US" altLang="ko-KR" sz="1050" dirty="0"/>
              <a:t>“</a:t>
            </a:r>
            <a:r>
              <a:rPr lang="ko-KR" altLang="en-US" sz="1050" dirty="0"/>
              <a:t>재시도</a:t>
            </a:r>
            <a:r>
              <a:rPr lang="en-US" altLang="ko-KR" sz="1050" dirty="0"/>
              <a:t>”</a:t>
            </a:r>
            <a:r>
              <a:rPr lang="ko-KR" altLang="en-US" sz="1050" dirty="0"/>
              <a:t> </a:t>
            </a:r>
            <a:r>
              <a:rPr lang="en-US" altLang="ko-KR" sz="1050" dirty="0"/>
              <a:t>/ “Pass” / “</a:t>
            </a:r>
            <a:r>
              <a:rPr lang="ko-KR" altLang="en-US" sz="1050" dirty="0"/>
              <a:t>수동조작</a:t>
            </a:r>
            <a:r>
              <a:rPr lang="en-US" altLang="ko-KR" sz="1050" dirty="0"/>
              <a:t>”</a:t>
            </a:r>
            <a:r>
              <a:rPr lang="ko-KR" altLang="en-US" sz="1050" dirty="0"/>
              <a:t> 중 선택</a:t>
            </a:r>
            <a:r>
              <a:rPr lang="en-US" altLang="ko-KR" sz="1050" dirty="0"/>
              <a:t>.</a:t>
            </a:r>
          </a:p>
          <a:p>
            <a:endParaRPr lang="en-US" altLang="ko-KR" sz="1050" dirty="0"/>
          </a:p>
          <a:p>
            <a:r>
              <a:rPr lang="ko-KR" altLang="en-US" sz="1050" dirty="0"/>
              <a:t>재시도를 선택할 경우</a:t>
            </a:r>
            <a:r>
              <a:rPr lang="en-US" altLang="ko-KR" sz="1050" dirty="0"/>
              <a:t>, </a:t>
            </a:r>
            <a:r>
              <a:rPr lang="ko-KR" altLang="en-US" sz="1050" dirty="0"/>
              <a:t>투입보고부터 다시</a:t>
            </a:r>
            <a:r>
              <a:rPr lang="en-US" altLang="ko-KR" sz="1050" dirty="0"/>
              <a:t>,</a:t>
            </a:r>
          </a:p>
          <a:p>
            <a:r>
              <a:rPr lang="en-US" altLang="ko-KR" sz="1050" dirty="0"/>
              <a:t>PASS</a:t>
            </a:r>
            <a:r>
              <a:rPr lang="ko-KR" altLang="en-US" sz="1050" dirty="0"/>
              <a:t>의 경우</a:t>
            </a:r>
            <a:r>
              <a:rPr lang="en-US" altLang="ko-KR" sz="1050" dirty="0"/>
              <a:t>, Pass Case </a:t>
            </a:r>
            <a:r>
              <a:rPr lang="ko-KR" altLang="en-US" sz="1050" dirty="0"/>
              <a:t>시나리오 참고</a:t>
            </a:r>
            <a:r>
              <a:rPr lang="en-US" altLang="ko-KR" sz="1050" dirty="0"/>
              <a:t>.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30152640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DA7C6F15-F20A-427E-BBF0-B29C4A6C71E7}"/>
              </a:ext>
            </a:extLst>
          </p:cNvPr>
          <p:cNvCxnSpPr>
            <a:cxnSpLocks/>
          </p:cNvCxnSpPr>
          <p:nvPr/>
        </p:nvCxnSpPr>
        <p:spPr>
          <a:xfrm>
            <a:off x="6899167" y="3454462"/>
            <a:ext cx="3064448" cy="15215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723" y="514769"/>
            <a:ext cx="9573983" cy="562057"/>
          </a:xfrm>
        </p:spPr>
        <p:txBody>
          <a:bodyPr>
            <a:noAutofit/>
          </a:bodyPr>
          <a:lstStyle/>
          <a:p>
            <a:r>
              <a:rPr lang="ko-KR" altLang="en-US" sz="2400" dirty="0" err="1"/>
              <a:t>스테이터</a:t>
            </a:r>
            <a:r>
              <a:rPr lang="ko-KR" altLang="en-US" sz="2400" dirty="0"/>
              <a:t> 투입보고 </a:t>
            </a:r>
            <a:r>
              <a:rPr lang="en-US" altLang="ko-KR" sz="2400" dirty="0"/>
              <a:t>– JIG A Abnormal Case(Stator Model Error)</a:t>
            </a:r>
            <a:endParaRPr lang="ko-KR" altLang="en-US" sz="2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GMES(PLC)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5294879-7584-2B7B-5075-13ADADCB59EA}"/>
              </a:ext>
            </a:extLst>
          </p:cNvPr>
          <p:cNvSpPr/>
          <p:nvPr/>
        </p:nvSpPr>
        <p:spPr>
          <a:xfrm>
            <a:off x="9110546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PLC</a:t>
            </a:r>
            <a:endParaRPr lang="ko-KR" altLang="en-US" sz="14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EDC52FF-7CF7-0D85-A109-5DD5429FEF7A}"/>
              </a:ext>
            </a:extLst>
          </p:cNvPr>
          <p:cNvSpPr/>
          <p:nvPr/>
        </p:nvSpPr>
        <p:spPr>
          <a:xfrm>
            <a:off x="5168840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Laser PC</a:t>
            </a:r>
            <a:endParaRPr lang="ko-KR" altLang="en-US" sz="14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A82046B-D4B7-CB30-097A-DC43381463CF}"/>
              </a:ext>
            </a:extLst>
          </p:cNvPr>
          <p:cNvSpPr/>
          <p:nvPr/>
        </p:nvSpPr>
        <p:spPr>
          <a:xfrm>
            <a:off x="1227133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Host(GMES)</a:t>
            </a:r>
            <a:endParaRPr lang="ko-KR" altLang="en-US" sz="14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3EF1E80-172A-8309-FA63-C328D5562C36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2080201" y="2297153"/>
            <a:ext cx="1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308F1A8-F481-116A-94A2-4D49772EF94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021909" y="2297153"/>
            <a:ext cx="0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1227DF8-4A95-2BF5-9E66-A37A12044CA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9963615" y="2297153"/>
            <a:ext cx="0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E301C92-0A14-563F-9F9C-8A3A0E580071}"/>
              </a:ext>
            </a:extLst>
          </p:cNvPr>
          <p:cNvCxnSpPr>
            <a:cxnSpLocks/>
          </p:cNvCxnSpPr>
          <p:nvPr/>
        </p:nvCxnSpPr>
        <p:spPr>
          <a:xfrm>
            <a:off x="6021909" y="2635957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245C28C-8B56-F16B-CBD5-8198B0D46ED8}"/>
              </a:ext>
            </a:extLst>
          </p:cNvPr>
          <p:cNvSpPr txBox="1"/>
          <p:nvPr/>
        </p:nvSpPr>
        <p:spPr>
          <a:xfrm>
            <a:off x="6606542" y="2332131"/>
            <a:ext cx="28618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Request(D51001.0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42" name="다이아몬드 41">
            <a:extLst>
              <a:ext uri="{FF2B5EF4-FFF2-40B4-BE49-F238E27FC236}">
                <a16:creationId xmlns:a16="http://schemas.microsoft.com/office/drawing/2014/main" id="{5E3C6343-7471-0A19-186D-7A33C0E02A04}"/>
              </a:ext>
            </a:extLst>
          </p:cNvPr>
          <p:cNvSpPr/>
          <p:nvPr/>
        </p:nvSpPr>
        <p:spPr>
          <a:xfrm>
            <a:off x="5146538" y="4430451"/>
            <a:ext cx="1752629" cy="487368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Error?</a:t>
            </a:r>
            <a:endParaRPr lang="ko-KR" altLang="en-US" dirty="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4A743804-EE77-D65D-263E-1FDFB0C53B61}"/>
              </a:ext>
            </a:extLst>
          </p:cNvPr>
          <p:cNvSpPr/>
          <p:nvPr/>
        </p:nvSpPr>
        <p:spPr>
          <a:xfrm>
            <a:off x="6328170" y="3893746"/>
            <a:ext cx="3350342" cy="58031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50" dirty="0"/>
              <a:t>Error </a:t>
            </a:r>
            <a:r>
              <a:rPr lang="ko-KR" altLang="en-US" sz="1050" dirty="0"/>
              <a:t>판단 기준</a:t>
            </a:r>
            <a:endParaRPr lang="en-US" altLang="ko-KR" sz="1050" dirty="0"/>
          </a:p>
          <a:p>
            <a:r>
              <a:rPr lang="en-US" altLang="ko-KR" sz="1050" dirty="0"/>
              <a:t>: </a:t>
            </a:r>
            <a:r>
              <a:rPr lang="ko-KR" altLang="en-US" sz="1050" dirty="0" err="1"/>
              <a:t>스테이터</a:t>
            </a:r>
            <a:r>
              <a:rPr lang="ko-KR" altLang="en-US" sz="1050" dirty="0"/>
              <a:t> 모델명이 현재 </a:t>
            </a:r>
            <a:r>
              <a:rPr lang="en-US" altLang="ko-KR" sz="1050" dirty="0"/>
              <a:t>PLC </a:t>
            </a:r>
            <a:r>
              <a:rPr lang="ko-KR" altLang="en-US" sz="1050" dirty="0"/>
              <a:t>설정과 </a:t>
            </a:r>
            <a:r>
              <a:rPr lang="ko-KR" altLang="en-US" sz="1050" dirty="0" err="1"/>
              <a:t>같은지</a:t>
            </a:r>
            <a:r>
              <a:rPr lang="ko-KR" altLang="en-US" sz="1050" dirty="0"/>
              <a:t> 판단</a:t>
            </a:r>
            <a:endParaRPr lang="en-US" altLang="ko-KR" sz="1050" dirty="0"/>
          </a:p>
          <a:p>
            <a:r>
              <a:rPr lang="en-US" altLang="ko-KR" sz="1050" dirty="0"/>
              <a:t>(77 Model or 76 Model)</a:t>
            </a:r>
            <a:endParaRPr lang="ko-KR" altLang="en-US" sz="105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5DB1358-5A3F-B73C-6502-F7083FF50806}"/>
              </a:ext>
            </a:extLst>
          </p:cNvPr>
          <p:cNvSpPr txBox="1"/>
          <p:nvPr/>
        </p:nvSpPr>
        <p:spPr>
          <a:xfrm>
            <a:off x="6042691" y="4837427"/>
            <a:ext cx="4057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Yes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9DB2888A-DAE6-A4ED-6C91-B50F6281DBA1}"/>
              </a:ext>
            </a:extLst>
          </p:cNvPr>
          <p:cNvCxnSpPr>
            <a:cxnSpLocks/>
          </p:cNvCxnSpPr>
          <p:nvPr/>
        </p:nvCxnSpPr>
        <p:spPr>
          <a:xfrm>
            <a:off x="6021909" y="5097592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39ADCA69-7CA1-DE63-C449-DA2D0A322EEE}"/>
              </a:ext>
            </a:extLst>
          </p:cNvPr>
          <p:cNvSpPr txBox="1"/>
          <p:nvPr/>
        </p:nvSpPr>
        <p:spPr>
          <a:xfrm>
            <a:off x="6722265" y="4775255"/>
            <a:ext cx="27360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Model No Error(D50001.2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F8D2092A-D040-5656-482C-8F7E734E19AD}"/>
              </a:ext>
            </a:extLst>
          </p:cNvPr>
          <p:cNvGrpSpPr/>
          <p:nvPr/>
        </p:nvGrpSpPr>
        <p:grpSpPr>
          <a:xfrm>
            <a:off x="10278382" y="701119"/>
            <a:ext cx="1598179" cy="751414"/>
            <a:chOff x="10278382" y="701119"/>
            <a:chExt cx="1598179" cy="751414"/>
          </a:xfrm>
        </p:grpSpPr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82576E91-6A8F-3D47-1D40-72E246279FDC}"/>
                </a:ext>
              </a:extLst>
            </p:cNvPr>
            <p:cNvSpPr/>
            <p:nvPr/>
          </p:nvSpPr>
          <p:spPr>
            <a:xfrm>
              <a:off x="10278382" y="701119"/>
              <a:ext cx="1598179" cy="75141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9B6D8FD9-CAB3-8ABC-D4B9-5FC3ADF854B8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968404"/>
              <a:ext cx="437309" cy="0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9FD6F179-2308-612E-6B0A-737C3CBB5D12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1261531"/>
              <a:ext cx="437309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9F631A3-1D01-F946-27DA-C0CF51B5E6EF}"/>
                </a:ext>
              </a:extLst>
            </p:cNvPr>
            <p:cNvSpPr txBox="1"/>
            <p:nvPr/>
          </p:nvSpPr>
          <p:spPr>
            <a:xfrm>
              <a:off x="10926069" y="844995"/>
              <a:ext cx="7468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PLC</a:t>
              </a:r>
              <a:r>
                <a:rPr lang="ko-KR" altLang="en-US" sz="1200" dirty="0"/>
                <a:t>통신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A7426C5-1778-FD9F-CE51-75C8F9E337EB}"/>
                </a:ext>
              </a:extLst>
            </p:cNvPr>
            <p:cNvSpPr txBox="1"/>
            <p:nvPr/>
          </p:nvSpPr>
          <p:spPr>
            <a:xfrm>
              <a:off x="10926069" y="1135605"/>
              <a:ext cx="7970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MES</a:t>
              </a:r>
              <a:r>
                <a:rPr lang="ko-KR" altLang="en-US" sz="1200" dirty="0"/>
                <a:t>통신</a:t>
              </a:r>
            </a:p>
          </p:txBody>
        </p:sp>
      </p:grp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ACE7440B-A33B-4D5D-8589-CB1DC827AF45}"/>
              </a:ext>
            </a:extLst>
          </p:cNvPr>
          <p:cNvCxnSpPr>
            <a:cxnSpLocks/>
          </p:cNvCxnSpPr>
          <p:nvPr/>
        </p:nvCxnSpPr>
        <p:spPr>
          <a:xfrm>
            <a:off x="2080203" y="2775944"/>
            <a:ext cx="3941706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E26E06F7-623F-4844-B264-2E59AE951CDA}"/>
              </a:ext>
            </a:extLst>
          </p:cNvPr>
          <p:cNvSpPr txBox="1"/>
          <p:nvPr/>
        </p:nvSpPr>
        <p:spPr>
          <a:xfrm>
            <a:off x="3069279" y="2456939"/>
            <a:ext cx="19711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EERS : Event Report Send</a:t>
            </a:r>
            <a:endParaRPr lang="ko-KR" altLang="en-US" sz="1200" dirty="0"/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29C9EACC-720D-4738-BDAF-BDE419011BA5}"/>
              </a:ext>
            </a:extLst>
          </p:cNvPr>
          <p:cNvCxnSpPr>
            <a:cxnSpLocks/>
          </p:cNvCxnSpPr>
          <p:nvPr/>
        </p:nvCxnSpPr>
        <p:spPr>
          <a:xfrm>
            <a:off x="2080203" y="3067657"/>
            <a:ext cx="3941706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5628EC2C-0F21-424B-A8A0-1EE4BA765E2F}"/>
              </a:ext>
            </a:extLst>
          </p:cNvPr>
          <p:cNvSpPr txBox="1"/>
          <p:nvPr/>
        </p:nvSpPr>
        <p:spPr>
          <a:xfrm>
            <a:off x="3037219" y="2769564"/>
            <a:ext cx="20353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EERS_R : Event Report Ack</a:t>
            </a:r>
            <a:endParaRPr lang="ko-KR" altLang="en-US" sz="1200" dirty="0"/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F55E84BF-4B89-43E5-B294-DF0F8E1EFD79}"/>
              </a:ext>
            </a:extLst>
          </p:cNvPr>
          <p:cNvCxnSpPr>
            <a:cxnSpLocks/>
          </p:cNvCxnSpPr>
          <p:nvPr/>
        </p:nvCxnSpPr>
        <p:spPr>
          <a:xfrm>
            <a:off x="2080203" y="3992738"/>
            <a:ext cx="3941706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75A0EC2C-F38F-48B4-BBC3-FA5255C82E4D}"/>
              </a:ext>
            </a:extLst>
          </p:cNvPr>
          <p:cNvSpPr txBox="1"/>
          <p:nvPr/>
        </p:nvSpPr>
        <p:spPr>
          <a:xfrm>
            <a:off x="3049113" y="3704011"/>
            <a:ext cx="20115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EPDS : Product Data Send</a:t>
            </a:r>
            <a:endParaRPr lang="ko-KR" altLang="en-US" sz="1200" dirty="0"/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CE330305-0FED-4CD3-80DB-C696BEFBBD0D}"/>
              </a:ext>
            </a:extLst>
          </p:cNvPr>
          <p:cNvCxnSpPr>
            <a:cxnSpLocks/>
          </p:cNvCxnSpPr>
          <p:nvPr/>
        </p:nvCxnSpPr>
        <p:spPr>
          <a:xfrm>
            <a:off x="2080203" y="4299999"/>
            <a:ext cx="3941706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235A8F4C-4CEB-48FD-AEED-A4295802CE0D}"/>
              </a:ext>
            </a:extLst>
          </p:cNvPr>
          <p:cNvSpPr txBox="1"/>
          <p:nvPr/>
        </p:nvSpPr>
        <p:spPr>
          <a:xfrm>
            <a:off x="3017053" y="3995397"/>
            <a:ext cx="20756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EPDS_R :</a:t>
            </a:r>
            <a:r>
              <a:rPr lang="ko-KR" altLang="en-US" sz="1200" dirty="0"/>
              <a:t> </a:t>
            </a:r>
            <a:r>
              <a:rPr lang="en-US" altLang="ko-KR" sz="1200" dirty="0"/>
              <a:t>Product Data Ack</a:t>
            </a:r>
            <a:endParaRPr lang="ko-KR" altLang="en-US" sz="1200" dirty="0"/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36EC43F6-C1E7-4578-9601-C6EEDD51DB54}"/>
              </a:ext>
            </a:extLst>
          </p:cNvPr>
          <p:cNvCxnSpPr>
            <a:cxnSpLocks/>
          </p:cNvCxnSpPr>
          <p:nvPr/>
        </p:nvCxnSpPr>
        <p:spPr>
          <a:xfrm>
            <a:off x="6021909" y="5436158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6E0CB010-7DF4-41E0-828D-BC8B7EE35D10}"/>
              </a:ext>
            </a:extLst>
          </p:cNvPr>
          <p:cNvSpPr txBox="1"/>
          <p:nvPr/>
        </p:nvSpPr>
        <p:spPr>
          <a:xfrm>
            <a:off x="6582169" y="5156854"/>
            <a:ext cx="29692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Response(D50001.0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1C626636-AA06-4474-989C-8AA39FC530F0}"/>
              </a:ext>
            </a:extLst>
          </p:cNvPr>
          <p:cNvCxnSpPr>
            <a:cxnSpLocks/>
          </p:cNvCxnSpPr>
          <p:nvPr/>
        </p:nvCxnSpPr>
        <p:spPr>
          <a:xfrm>
            <a:off x="6021909" y="5823015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41B75E83-379D-4CB4-B85C-2E8A168D116B}"/>
              </a:ext>
            </a:extLst>
          </p:cNvPr>
          <p:cNvSpPr txBox="1"/>
          <p:nvPr/>
        </p:nvSpPr>
        <p:spPr>
          <a:xfrm>
            <a:off x="6592116" y="5519189"/>
            <a:ext cx="28906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Request(D51001.0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0B6DCE37-F217-4F10-8034-1BD7386C861C}"/>
              </a:ext>
            </a:extLst>
          </p:cNvPr>
          <p:cNvCxnSpPr>
            <a:cxnSpLocks/>
          </p:cNvCxnSpPr>
          <p:nvPr/>
        </p:nvCxnSpPr>
        <p:spPr>
          <a:xfrm>
            <a:off x="6021909" y="6189478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D058DACC-6358-4154-A178-F48ACA97EB86}"/>
              </a:ext>
            </a:extLst>
          </p:cNvPr>
          <p:cNvSpPr txBox="1"/>
          <p:nvPr/>
        </p:nvSpPr>
        <p:spPr>
          <a:xfrm>
            <a:off x="6582169" y="5910174"/>
            <a:ext cx="29692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Response(D50001.0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69" name="다이아몬드 68">
            <a:extLst>
              <a:ext uri="{FF2B5EF4-FFF2-40B4-BE49-F238E27FC236}">
                <a16:creationId xmlns:a16="http://schemas.microsoft.com/office/drawing/2014/main" id="{38CBC44A-B890-421F-B489-793AAA26B123}"/>
              </a:ext>
            </a:extLst>
          </p:cNvPr>
          <p:cNvSpPr/>
          <p:nvPr/>
        </p:nvSpPr>
        <p:spPr>
          <a:xfrm>
            <a:off x="4768605" y="3202300"/>
            <a:ext cx="2508496" cy="52530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Accepted?</a:t>
            </a:r>
            <a:endParaRPr lang="ko-KR" altLang="en-US" sz="16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00C0B02-E8F0-487F-910C-0A261C250382}"/>
              </a:ext>
            </a:extLst>
          </p:cNvPr>
          <p:cNvSpPr txBox="1"/>
          <p:nvPr/>
        </p:nvSpPr>
        <p:spPr>
          <a:xfrm>
            <a:off x="6778518" y="3162503"/>
            <a:ext cx="4057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Yes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F15DA11-90EA-48A2-BC9A-10DEEDB691B0}"/>
              </a:ext>
            </a:extLst>
          </p:cNvPr>
          <p:cNvSpPr txBox="1"/>
          <p:nvPr/>
        </p:nvSpPr>
        <p:spPr>
          <a:xfrm>
            <a:off x="7165877" y="3178172"/>
            <a:ext cx="26152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Barcode Error(D50001.7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ECA188-F486-4260-B9D9-1DC2D9B5CE77}"/>
              </a:ext>
            </a:extLst>
          </p:cNvPr>
          <p:cNvSpPr txBox="1"/>
          <p:nvPr/>
        </p:nvSpPr>
        <p:spPr>
          <a:xfrm>
            <a:off x="10046643" y="4913754"/>
            <a:ext cx="204203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PLC </a:t>
            </a:r>
            <a:r>
              <a:rPr lang="ko-KR" altLang="en-US" sz="1200" dirty="0"/>
              <a:t>터치에 </a:t>
            </a:r>
            <a:r>
              <a:rPr lang="ko-KR" altLang="en-US" sz="1200" dirty="0" err="1"/>
              <a:t>알람신호</a:t>
            </a:r>
            <a:r>
              <a:rPr lang="ko-KR" altLang="en-US" sz="1200" dirty="0"/>
              <a:t> 표시 </a:t>
            </a:r>
            <a:endParaRPr lang="en-US" altLang="ko-KR" sz="1200" dirty="0"/>
          </a:p>
          <a:p>
            <a:r>
              <a:rPr lang="ko-KR" altLang="en-US" sz="1200" dirty="0"/>
              <a:t>및 진행여부 판단을 위해</a:t>
            </a:r>
            <a:r>
              <a:rPr lang="en-US" altLang="ko-KR" sz="1200" dirty="0"/>
              <a:t>,</a:t>
            </a:r>
          </a:p>
          <a:p>
            <a:r>
              <a:rPr lang="en-US" altLang="ko-KR" sz="1200" dirty="0"/>
              <a:t>Error </a:t>
            </a:r>
            <a:r>
              <a:rPr lang="ko-KR" altLang="en-US" sz="1200" dirty="0"/>
              <a:t>신호 </a:t>
            </a:r>
            <a:r>
              <a:rPr lang="en-US" altLang="ko-KR" sz="1200" dirty="0"/>
              <a:t>ON </a:t>
            </a:r>
            <a:r>
              <a:rPr lang="ko-KR" altLang="en-US" sz="1200" dirty="0"/>
              <a:t>이후</a:t>
            </a:r>
            <a:r>
              <a:rPr lang="en-US" altLang="ko-KR" sz="1200" dirty="0"/>
              <a:t>, </a:t>
            </a:r>
          </a:p>
          <a:p>
            <a:r>
              <a:rPr lang="ko-KR" altLang="en-US" sz="1200" dirty="0"/>
              <a:t>투입보고 </a:t>
            </a:r>
            <a:r>
              <a:rPr lang="en-US" altLang="ko-KR" sz="1200" dirty="0"/>
              <a:t>Response ON</a:t>
            </a:r>
            <a:endParaRPr lang="ko-KR" altLang="en-US" sz="12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C8F62E5-C3C1-4514-8F71-5A8E08943B9F}"/>
              </a:ext>
            </a:extLst>
          </p:cNvPr>
          <p:cNvSpPr txBox="1"/>
          <p:nvPr/>
        </p:nvSpPr>
        <p:spPr>
          <a:xfrm>
            <a:off x="4120995" y="1042155"/>
            <a:ext cx="57097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투입보고 하였으나</a:t>
            </a:r>
            <a:r>
              <a:rPr lang="en-US" altLang="ko-KR" sz="1200" dirty="0"/>
              <a:t>,</a:t>
            </a:r>
          </a:p>
          <a:p>
            <a:r>
              <a:rPr lang="en-US" altLang="ko-KR" sz="1200" dirty="0"/>
              <a:t>EPDS</a:t>
            </a:r>
            <a:r>
              <a:rPr lang="ko-KR" altLang="en-US" sz="1200" dirty="0"/>
              <a:t>로 받은 </a:t>
            </a:r>
            <a:r>
              <a:rPr lang="ko-KR" altLang="en-US" sz="1200" dirty="0" err="1"/>
              <a:t>스테이터</a:t>
            </a:r>
            <a:r>
              <a:rPr lang="ko-KR" altLang="en-US" sz="1200" dirty="0"/>
              <a:t> 모델과 </a:t>
            </a:r>
            <a:r>
              <a:rPr lang="en-US" altLang="ko-KR" sz="1200" dirty="0"/>
              <a:t>PLC</a:t>
            </a:r>
            <a:r>
              <a:rPr lang="ko-KR" altLang="en-US" sz="1200" dirty="0"/>
              <a:t>에 설정되어 있는 </a:t>
            </a:r>
            <a:r>
              <a:rPr lang="ko-KR" altLang="en-US" sz="1200" dirty="0" err="1"/>
              <a:t>스테이터</a:t>
            </a:r>
            <a:r>
              <a:rPr lang="ko-KR" altLang="en-US" sz="1200" dirty="0"/>
              <a:t> 모델이 다를 경우</a:t>
            </a:r>
            <a:endParaRPr lang="en-US" altLang="ko-KR" sz="1200" dirty="0"/>
          </a:p>
          <a:p>
            <a:r>
              <a:rPr lang="en-US" altLang="ko-KR" sz="1200" dirty="0"/>
              <a:t>PLC </a:t>
            </a:r>
            <a:r>
              <a:rPr lang="ko-KR" altLang="en-US" sz="1200" dirty="0"/>
              <a:t>터치 화면에 </a:t>
            </a:r>
            <a:r>
              <a:rPr lang="en-US" altLang="ko-KR" sz="1200" dirty="0"/>
              <a:t>Error </a:t>
            </a:r>
            <a:r>
              <a:rPr lang="ko-KR" altLang="en-US" sz="1200" dirty="0"/>
              <a:t>표시하고</a:t>
            </a:r>
            <a:r>
              <a:rPr lang="en-US" altLang="ko-KR" sz="1200" dirty="0"/>
              <a:t>, </a:t>
            </a:r>
            <a:r>
              <a:rPr lang="ko-KR" altLang="en-US" sz="1200" dirty="0"/>
              <a:t>재시도 할지</a:t>
            </a:r>
            <a:r>
              <a:rPr lang="en-US" altLang="ko-KR" sz="1200" dirty="0"/>
              <a:t>? Pass</a:t>
            </a:r>
            <a:r>
              <a:rPr lang="ko-KR" altLang="en-US" sz="1200" dirty="0"/>
              <a:t>할지</a:t>
            </a:r>
            <a:r>
              <a:rPr lang="en-US" altLang="ko-KR" sz="1200" dirty="0"/>
              <a:t>? </a:t>
            </a:r>
            <a:r>
              <a:rPr lang="ko-KR" altLang="en-US" sz="1200" dirty="0"/>
              <a:t>결정</a:t>
            </a:r>
            <a:endParaRPr lang="en-US" altLang="ko-KR" sz="1200" dirty="0"/>
          </a:p>
          <a:p>
            <a:r>
              <a:rPr lang="en-US" altLang="ko-KR" sz="1200" dirty="0"/>
              <a:t>Pass</a:t>
            </a:r>
            <a:r>
              <a:rPr lang="ko-KR" altLang="en-US" sz="1200" dirty="0"/>
              <a:t>의 경우</a:t>
            </a:r>
            <a:r>
              <a:rPr lang="en-US" altLang="ko-KR" sz="1200" dirty="0"/>
              <a:t>, “Pass </a:t>
            </a:r>
            <a:r>
              <a:rPr lang="ko-KR" altLang="en-US" sz="1200" dirty="0"/>
              <a:t>시나리오 참고</a:t>
            </a:r>
            <a:r>
              <a:rPr lang="en-US" altLang="ko-KR" sz="1200" dirty="0"/>
              <a:t>”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2807FF0F-AF9E-4581-8F6D-3131F266674C}"/>
              </a:ext>
            </a:extLst>
          </p:cNvPr>
          <p:cNvSpPr/>
          <p:nvPr/>
        </p:nvSpPr>
        <p:spPr>
          <a:xfrm>
            <a:off x="8551307" y="6280405"/>
            <a:ext cx="2775490" cy="40155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50" dirty="0"/>
              <a:t>PLC</a:t>
            </a:r>
            <a:r>
              <a:rPr lang="ko-KR" altLang="en-US" sz="1050" dirty="0"/>
              <a:t> </a:t>
            </a:r>
            <a:r>
              <a:rPr lang="en-US" altLang="ko-KR" sz="1050" dirty="0"/>
              <a:t>Touch </a:t>
            </a:r>
            <a:r>
              <a:rPr lang="ko-KR" altLang="en-US" sz="1050" dirty="0"/>
              <a:t>화면에 </a:t>
            </a:r>
            <a:r>
              <a:rPr lang="en-US" altLang="ko-KR" sz="1050" dirty="0"/>
              <a:t>Error </a:t>
            </a:r>
            <a:r>
              <a:rPr lang="ko-KR" altLang="en-US" sz="1050" dirty="0"/>
              <a:t>화면 표시</a:t>
            </a:r>
            <a:r>
              <a:rPr lang="en-US" altLang="ko-KR" sz="1050" dirty="0"/>
              <a:t>.</a:t>
            </a:r>
          </a:p>
          <a:p>
            <a:r>
              <a:rPr lang="en-US" altLang="ko-KR" sz="1050" dirty="0"/>
              <a:t>“</a:t>
            </a:r>
            <a:r>
              <a:rPr lang="ko-KR" altLang="en-US" sz="1050" dirty="0"/>
              <a:t>재시도</a:t>
            </a:r>
            <a:r>
              <a:rPr lang="en-US" altLang="ko-KR" sz="1050" dirty="0"/>
              <a:t>”</a:t>
            </a:r>
            <a:r>
              <a:rPr lang="ko-KR" altLang="en-US" sz="1050" dirty="0"/>
              <a:t> </a:t>
            </a:r>
            <a:r>
              <a:rPr lang="en-US" altLang="ko-KR" sz="1050" dirty="0"/>
              <a:t>/ “Pass” / “</a:t>
            </a:r>
            <a:r>
              <a:rPr lang="ko-KR" altLang="en-US" sz="1050" dirty="0"/>
              <a:t>수동조작</a:t>
            </a:r>
            <a:r>
              <a:rPr lang="en-US" altLang="ko-KR" sz="1050" dirty="0"/>
              <a:t>”</a:t>
            </a:r>
            <a:r>
              <a:rPr lang="ko-KR" altLang="en-US" sz="1050" dirty="0"/>
              <a:t> 중 선택</a:t>
            </a:r>
            <a:endParaRPr lang="en-US" altLang="ko-KR" sz="1050" dirty="0"/>
          </a:p>
        </p:txBody>
      </p:sp>
    </p:spTree>
    <p:extLst>
      <p:ext uri="{BB962C8B-B14F-4D97-AF65-F5344CB8AC3E}">
        <p14:creationId xmlns:p14="http://schemas.microsoft.com/office/powerpoint/2010/main" val="9289534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DA7C6F15-F20A-427E-BBF0-B29C4A6C71E7}"/>
              </a:ext>
            </a:extLst>
          </p:cNvPr>
          <p:cNvCxnSpPr>
            <a:cxnSpLocks/>
          </p:cNvCxnSpPr>
          <p:nvPr/>
        </p:nvCxnSpPr>
        <p:spPr>
          <a:xfrm>
            <a:off x="6899167" y="3454462"/>
            <a:ext cx="3064448" cy="15215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GMES(PLC)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5294879-7584-2B7B-5075-13ADADCB59EA}"/>
              </a:ext>
            </a:extLst>
          </p:cNvPr>
          <p:cNvSpPr/>
          <p:nvPr/>
        </p:nvSpPr>
        <p:spPr>
          <a:xfrm>
            <a:off x="9110546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PLC</a:t>
            </a:r>
            <a:endParaRPr lang="ko-KR" altLang="en-US" sz="14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EDC52FF-7CF7-0D85-A109-5DD5429FEF7A}"/>
              </a:ext>
            </a:extLst>
          </p:cNvPr>
          <p:cNvSpPr/>
          <p:nvPr/>
        </p:nvSpPr>
        <p:spPr>
          <a:xfrm>
            <a:off x="5168840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Laser PC</a:t>
            </a:r>
            <a:endParaRPr lang="ko-KR" altLang="en-US" sz="14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A82046B-D4B7-CB30-097A-DC43381463CF}"/>
              </a:ext>
            </a:extLst>
          </p:cNvPr>
          <p:cNvSpPr/>
          <p:nvPr/>
        </p:nvSpPr>
        <p:spPr>
          <a:xfrm>
            <a:off x="1227133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Host(GMES)</a:t>
            </a:r>
            <a:endParaRPr lang="ko-KR" altLang="en-US" sz="14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3EF1E80-172A-8309-FA63-C328D5562C36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2080201" y="2297153"/>
            <a:ext cx="1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308F1A8-F481-116A-94A2-4D49772EF94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021909" y="2297153"/>
            <a:ext cx="0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1227DF8-4A95-2BF5-9E66-A37A12044CA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9963615" y="2297153"/>
            <a:ext cx="0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E301C92-0A14-563F-9F9C-8A3A0E580071}"/>
              </a:ext>
            </a:extLst>
          </p:cNvPr>
          <p:cNvCxnSpPr>
            <a:cxnSpLocks/>
          </p:cNvCxnSpPr>
          <p:nvPr/>
        </p:nvCxnSpPr>
        <p:spPr>
          <a:xfrm>
            <a:off x="6021909" y="2635957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245C28C-8B56-F16B-CBD5-8198B0D46ED8}"/>
              </a:ext>
            </a:extLst>
          </p:cNvPr>
          <p:cNvSpPr txBox="1"/>
          <p:nvPr/>
        </p:nvSpPr>
        <p:spPr>
          <a:xfrm>
            <a:off x="6616161" y="2332131"/>
            <a:ext cx="28425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Request(D51001.4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42" name="다이아몬드 41">
            <a:extLst>
              <a:ext uri="{FF2B5EF4-FFF2-40B4-BE49-F238E27FC236}">
                <a16:creationId xmlns:a16="http://schemas.microsoft.com/office/drawing/2014/main" id="{5E3C6343-7471-0A19-186D-7A33C0E02A04}"/>
              </a:ext>
            </a:extLst>
          </p:cNvPr>
          <p:cNvSpPr/>
          <p:nvPr/>
        </p:nvSpPr>
        <p:spPr>
          <a:xfrm>
            <a:off x="5146538" y="4430451"/>
            <a:ext cx="1752629" cy="38584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Error?</a:t>
            </a:r>
            <a:endParaRPr lang="ko-KR" altLang="en-US" dirty="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4A743804-EE77-D65D-263E-1FDFB0C53B61}"/>
              </a:ext>
            </a:extLst>
          </p:cNvPr>
          <p:cNvSpPr/>
          <p:nvPr/>
        </p:nvSpPr>
        <p:spPr>
          <a:xfrm>
            <a:off x="6328170" y="3893746"/>
            <a:ext cx="3350342" cy="58031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50" dirty="0"/>
              <a:t>Error </a:t>
            </a:r>
            <a:r>
              <a:rPr lang="ko-KR" altLang="en-US" sz="1050" dirty="0"/>
              <a:t>판단 기준</a:t>
            </a:r>
            <a:endParaRPr lang="en-US" altLang="ko-KR" sz="1050" dirty="0"/>
          </a:p>
          <a:p>
            <a:r>
              <a:rPr lang="en-US" altLang="ko-KR" sz="1050" dirty="0"/>
              <a:t>: </a:t>
            </a:r>
            <a:r>
              <a:rPr lang="ko-KR" altLang="en-US" sz="1050" dirty="0" err="1"/>
              <a:t>스테이터</a:t>
            </a:r>
            <a:r>
              <a:rPr lang="ko-KR" altLang="en-US" sz="1050" dirty="0"/>
              <a:t> 모델명이 현재 </a:t>
            </a:r>
            <a:r>
              <a:rPr lang="en-US" altLang="ko-KR" sz="1050" dirty="0"/>
              <a:t>PLC </a:t>
            </a:r>
            <a:r>
              <a:rPr lang="ko-KR" altLang="en-US" sz="1050" dirty="0"/>
              <a:t>설정과 </a:t>
            </a:r>
            <a:r>
              <a:rPr lang="ko-KR" altLang="en-US" sz="1050" dirty="0" err="1"/>
              <a:t>같은지</a:t>
            </a:r>
            <a:r>
              <a:rPr lang="ko-KR" altLang="en-US" sz="1050" dirty="0"/>
              <a:t> 판단</a:t>
            </a:r>
            <a:endParaRPr lang="en-US" altLang="ko-KR" sz="1050" dirty="0"/>
          </a:p>
          <a:p>
            <a:r>
              <a:rPr lang="en-US" altLang="ko-KR" sz="1050" dirty="0"/>
              <a:t>(77 Model or 76 Model)</a:t>
            </a:r>
            <a:endParaRPr lang="ko-KR" altLang="en-US" sz="105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5DB1358-5A3F-B73C-6502-F7083FF50806}"/>
              </a:ext>
            </a:extLst>
          </p:cNvPr>
          <p:cNvSpPr txBox="1"/>
          <p:nvPr/>
        </p:nvSpPr>
        <p:spPr>
          <a:xfrm>
            <a:off x="6042691" y="4756285"/>
            <a:ext cx="4057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Yes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9DB2888A-DAE6-A4ED-6C91-B50F6281DBA1}"/>
              </a:ext>
            </a:extLst>
          </p:cNvPr>
          <p:cNvCxnSpPr>
            <a:cxnSpLocks/>
          </p:cNvCxnSpPr>
          <p:nvPr/>
        </p:nvCxnSpPr>
        <p:spPr>
          <a:xfrm>
            <a:off x="6021909" y="5016450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39ADCA69-7CA1-DE63-C449-DA2D0A322EEE}"/>
              </a:ext>
            </a:extLst>
          </p:cNvPr>
          <p:cNvSpPr txBox="1"/>
          <p:nvPr/>
        </p:nvSpPr>
        <p:spPr>
          <a:xfrm>
            <a:off x="6722265" y="4694113"/>
            <a:ext cx="27360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Model No Error(D50001.3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F8D2092A-D040-5656-482C-8F7E734E19AD}"/>
              </a:ext>
            </a:extLst>
          </p:cNvPr>
          <p:cNvGrpSpPr/>
          <p:nvPr/>
        </p:nvGrpSpPr>
        <p:grpSpPr>
          <a:xfrm>
            <a:off x="10278382" y="701119"/>
            <a:ext cx="1598179" cy="751414"/>
            <a:chOff x="10278382" y="701119"/>
            <a:chExt cx="1598179" cy="751414"/>
          </a:xfrm>
        </p:grpSpPr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82576E91-6A8F-3D47-1D40-72E246279FDC}"/>
                </a:ext>
              </a:extLst>
            </p:cNvPr>
            <p:cNvSpPr/>
            <p:nvPr/>
          </p:nvSpPr>
          <p:spPr>
            <a:xfrm>
              <a:off x="10278382" y="701119"/>
              <a:ext cx="1598179" cy="75141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9B6D8FD9-CAB3-8ABC-D4B9-5FC3ADF854B8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968404"/>
              <a:ext cx="437309" cy="0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9FD6F179-2308-612E-6B0A-737C3CBB5D12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1261531"/>
              <a:ext cx="437309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9F631A3-1D01-F946-27DA-C0CF51B5E6EF}"/>
                </a:ext>
              </a:extLst>
            </p:cNvPr>
            <p:cNvSpPr txBox="1"/>
            <p:nvPr/>
          </p:nvSpPr>
          <p:spPr>
            <a:xfrm>
              <a:off x="10926069" y="844995"/>
              <a:ext cx="7468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PLC</a:t>
              </a:r>
              <a:r>
                <a:rPr lang="ko-KR" altLang="en-US" sz="1200" dirty="0"/>
                <a:t>통신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A7426C5-1778-FD9F-CE51-75C8F9E337EB}"/>
                </a:ext>
              </a:extLst>
            </p:cNvPr>
            <p:cNvSpPr txBox="1"/>
            <p:nvPr/>
          </p:nvSpPr>
          <p:spPr>
            <a:xfrm>
              <a:off x="10926069" y="1135605"/>
              <a:ext cx="7970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MES</a:t>
              </a:r>
              <a:r>
                <a:rPr lang="ko-KR" altLang="en-US" sz="1200" dirty="0"/>
                <a:t>통신</a:t>
              </a:r>
            </a:p>
          </p:txBody>
        </p:sp>
      </p:grp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ACE7440B-A33B-4D5D-8589-CB1DC827AF45}"/>
              </a:ext>
            </a:extLst>
          </p:cNvPr>
          <p:cNvCxnSpPr>
            <a:cxnSpLocks/>
          </p:cNvCxnSpPr>
          <p:nvPr/>
        </p:nvCxnSpPr>
        <p:spPr>
          <a:xfrm>
            <a:off x="2080203" y="2775944"/>
            <a:ext cx="3941706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E26E06F7-623F-4844-B264-2E59AE951CDA}"/>
              </a:ext>
            </a:extLst>
          </p:cNvPr>
          <p:cNvSpPr txBox="1"/>
          <p:nvPr/>
        </p:nvSpPr>
        <p:spPr>
          <a:xfrm>
            <a:off x="3069279" y="2456939"/>
            <a:ext cx="19711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EERS : Event Report Send</a:t>
            </a:r>
            <a:endParaRPr lang="ko-KR" altLang="en-US" sz="1200" dirty="0"/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29C9EACC-720D-4738-BDAF-BDE419011BA5}"/>
              </a:ext>
            </a:extLst>
          </p:cNvPr>
          <p:cNvCxnSpPr>
            <a:cxnSpLocks/>
          </p:cNvCxnSpPr>
          <p:nvPr/>
        </p:nvCxnSpPr>
        <p:spPr>
          <a:xfrm>
            <a:off x="2080203" y="3067657"/>
            <a:ext cx="3941706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5628EC2C-0F21-424B-A8A0-1EE4BA765E2F}"/>
              </a:ext>
            </a:extLst>
          </p:cNvPr>
          <p:cNvSpPr txBox="1"/>
          <p:nvPr/>
        </p:nvSpPr>
        <p:spPr>
          <a:xfrm>
            <a:off x="3037219" y="2769564"/>
            <a:ext cx="20353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EERS_R : Event Report Ack</a:t>
            </a:r>
            <a:endParaRPr lang="ko-KR" altLang="en-US" sz="1200" dirty="0"/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F55E84BF-4B89-43E5-B294-DF0F8E1EFD79}"/>
              </a:ext>
            </a:extLst>
          </p:cNvPr>
          <p:cNvCxnSpPr>
            <a:cxnSpLocks/>
          </p:cNvCxnSpPr>
          <p:nvPr/>
        </p:nvCxnSpPr>
        <p:spPr>
          <a:xfrm>
            <a:off x="2080203" y="3992738"/>
            <a:ext cx="3941706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75A0EC2C-F38F-48B4-BBC3-FA5255C82E4D}"/>
              </a:ext>
            </a:extLst>
          </p:cNvPr>
          <p:cNvSpPr txBox="1"/>
          <p:nvPr/>
        </p:nvSpPr>
        <p:spPr>
          <a:xfrm>
            <a:off x="3049113" y="3704011"/>
            <a:ext cx="20115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EPDS : Product Data Send</a:t>
            </a:r>
            <a:endParaRPr lang="ko-KR" altLang="en-US" sz="1200" dirty="0"/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CE330305-0FED-4CD3-80DB-C696BEFBBD0D}"/>
              </a:ext>
            </a:extLst>
          </p:cNvPr>
          <p:cNvCxnSpPr>
            <a:cxnSpLocks/>
          </p:cNvCxnSpPr>
          <p:nvPr/>
        </p:nvCxnSpPr>
        <p:spPr>
          <a:xfrm>
            <a:off x="2080203" y="4299999"/>
            <a:ext cx="3941706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235A8F4C-4CEB-48FD-AEED-A4295802CE0D}"/>
              </a:ext>
            </a:extLst>
          </p:cNvPr>
          <p:cNvSpPr txBox="1"/>
          <p:nvPr/>
        </p:nvSpPr>
        <p:spPr>
          <a:xfrm>
            <a:off x="3017053" y="3995397"/>
            <a:ext cx="20756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EPDS_R :</a:t>
            </a:r>
            <a:r>
              <a:rPr lang="ko-KR" altLang="en-US" sz="1200" dirty="0"/>
              <a:t> </a:t>
            </a:r>
            <a:r>
              <a:rPr lang="en-US" altLang="ko-KR" sz="1200" dirty="0"/>
              <a:t>Product Data Ack</a:t>
            </a:r>
            <a:endParaRPr lang="ko-KR" altLang="en-US" sz="1200" dirty="0"/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36EC43F6-C1E7-4578-9601-C6EEDD51DB54}"/>
              </a:ext>
            </a:extLst>
          </p:cNvPr>
          <p:cNvCxnSpPr>
            <a:cxnSpLocks/>
          </p:cNvCxnSpPr>
          <p:nvPr/>
        </p:nvCxnSpPr>
        <p:spPr>
          <a:xfrm>
            <a:off x="6021909" y="5346801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6E0CB010-7DF4-41E0-828D-BC8B7EE35D10}"/>
              </a:ext>
            </a:extLst>
          </p:cNvPr>
          <p:cNvSpPr txBox="1"/>
          <p:nvPr/>
        </p:nvSpPr>
        <p:spPr>
          <a:xfrm>
            <a:off x="6582169" y="5067497"/>
            <a:ext cx="29692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Response(D50001.4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1C626636-AA06-4474-989C-8AA39FC530F0}"/>
              </a:ext>
            </a:extLst>
          </p:cNvPr>
          <p:cNvCxnSpPr>
            <a:cxnSpLocks/>
          </p:cNvCxnSpPr>
          <p:nvPr/>
        </p:nvCxnSpPr>
        <p:spPr>
          <a:xfrm>
            <a:off x="6021909" y="5733658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41B75E83-379D-4CB4-B85C-2E8A168D116B}"/>
              </a:ext>
            </a:extLst>
          </p:cNvPr>
          <p:cNvSpPr txBox="1"/>
          <p:nvPr/>
        </p:nvSpPr>
        <p:spPr>
          <a:xfrm>
            <a:off x="6592116" y="5429832"/>
            <a:ext cx="28906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Request(D51001.4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0B6DCE37-F217-4F10-8034-1BD7386C861C}"/>
              </a:ext>
            </a:extLst>
          </p:cNvPr>
          <p:cNvCxnSpPr>
            <a:cxnSpLocks/>
          </p:cNvCxnSpPr>
          <p:nvPr/>
        </p:nvCxnSpPr>
        <p:spPr>
          <a:xfrm>
            <a:off x="6021909" y="6100121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D058DACC-6358-4154-A178-F48ACA97EB86}"/>
              </a:ext>
            </a:extLst>
          </p:cNvPr>
          <p:cNvSpPr txBox="1"/>
          <p:nvPr/>
        </p:nvSpPr>
        <p:spPr>
          <a:xfrm>
            <a:off x="6582169" y="5820817"/>
            <a:ext cx="29692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Response(D50001.4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69" name="다이아몬드 68">
            <a:extLst>
              <a:ext uri="{FF2B5EF4-FFF2-40B4-BE49-F238E27FC236}">
                <a16:creationId xmlns:a16="http://schemas.microsoft.com/office/drawing/2014/main" id="{38CBC44A-B890-421F-B489-793AAA26B123}"/>
              </a:ext>
            </a:extLst>
          </p:cNvPr>
          <p:cNvSpPr/>
          <p:nvPr/>
        </p:nvSpPr>
        <p:spPr>
          <a:xfrm>
            <a:off x="4768605" y="3202300"/>
            <a:ext cx="2508496" cy="52530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Accepted?</a:t>
            </a:r>
            <a:endParaRPr lang="ko-KR" altLang="en-US" sz="16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00C0B02-E8F0-487F-910C-0A261C250382}"/>
              </a:ext>
            </a:extLst>
          </p:cNvPr>
          <p:cNvSpPr txBox="1"/>
          <p:nvPr/>
        </p:nvSpPr>
        <p:spPr>
          <a:xfrm>
            <a:off x="6778518" y="3162503"/>
            <a:ext cx="4057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Yes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F15DA11-90EA-48A2-BC9A-10DEEDB691B0}"/>
              </a:ext>
            </a:extLst>
          </p:cNvPr>
          <p:cNvSpPr txBox="1"/>
          <p:nvPr/>
        </p:nvSpPr>
        <p:spPr>
          <a:xfrm>
            <a:off x="7165877" y="3178172"/>
            <a:ext cx="26152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Barcode Error(D50001.8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ECA188-F486-4260-B9D9-1DC2D9B5CE77}"/>
              </a:ext>
            </a:extLst>
          </p:cNvPr>
          <p:cNvSpPr txBox="1"/>
          <p:nvPr/>
        </p:nvSpPr>
        <p:spPr>
          <a:xfrm>
            <a:off x="10127260" y="4832612"/>
            <a:ext cx="204203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PLC </a:t>
            </a:r>
            <a:r>
              <a:rPr lang="ko-KR" altLang="en-US" sz="1200" dirty="0"/>
              <a:t>터치에 </a:t>
            </a:r>
            <a:r>
              <a:rPr lang="ko-KR" altLang="en-US" sz="1200" dirty="0" err="1"/>
              <a:t>알람신호</a:t>
            </a:r>
            <a:r>
              <a:rPr lang="ko-KR" altLang="en-US" sz="1200" dirty="0"/>
              <a:t> 표시 </a:t>
            </a:r>
            <a:endParaRPr lang="en-US" altLang="ko-KR" sz="1200" dirty="0"/>
          </a:p>
          <a:p>
            <a:r>
              <a:rPr lang="ko-KR" altLang="en-US" sz="1200" dirty="0"/>
              <a:t>및 진행여부 판단을 위해</a:t>
            </a:r>
            <a:r>
              <a:rPr lang="en-US" altLang="ko-KR" sz="1200" dirty="0"/>
              <a:t>,</a:t>
            </a:r>
          </a:p>
          <a:p>
            <a:r>
              <a:rPr lang="en-US" altLang="ko-KR" sz="1200" dirty="0"/>
              <a:t>Error </a:t>
            </a:r>
            <a:r>
              <a:rPr lang="ko-KR" altLang="en-US" sz="1200" dirty="0"/>
              <a:t>신호 </a:t>
            </a:r>
            <a:r>
              <a:rPr lang="en-US" altLang="ko-KR" sz="1200" dirty="0"/>
              <a:t>ON </a:t>
            </a:r>
            <a:r>
              <a:rPr lang="ko-KR" altLang="en-US" sz="1200" dirty="0"/>
              <a:t>이후</a:t>
            </a:r>
            <a:r>
              <a:rPr lang="en-US" altLang="ko-KR" sz="1200" dirty="0"/>
              <a:t>, </a:t>
            </a:r>
          </a:p>
          <a:p>
            <a:r>
              <a:rPr lang="ko-KR" altLang="en-US" sz="1200" dirty="0"/>
              <a:t>투입보고 </a:t>
            </a:r>
            <a:r>
              <a:rPr lang="en-US" altLang="ko-KR" sz="1200" dirty="0"/>
              <a:t>Response ON</a:t>
            </a:r>
            <a:endParaRPr lang="ko-KR" altLang="en-US" sz="1200" dirty="0"/>
          </a:p>
        </p:txBody>
      </p:sp>
      <p:sp>
        <p:nvSpPr>
          <p:cNvPr id="77" name="제목 1">
            <a:extLst>
              <a:ext uri="{FF2B5EF4-FFF2-40B4-BE49-F238E27FC236}">
                <a16:creationId xmlns:a16="http://schemas.microsoft.com/office/drawing/2014/main" id="{EB9BED59-2919-49E8-BA25-3CFFEDD06B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723" y="514769"/>
            <a:ext cx="9573983" cy="562057"/>
          </a:xfrm>
        </p:spPr>
        <p:txBody>
          <a:bodyPr>
            <a:noAutofit/>
          </a:bodyPr>
          <a:lstStyle/>
          <a:p>
            <a:r>
              <a:rPr lang="ko-KR" altLang="en-US" sz="2400" dirty="0" err="1"/>
              <a:t>스테이터</a:t>
            </a:r>
            <a:r>
              <a:rPr lang="ko-KR" altLang="en-US" sz="2400" dirty="0"/>
              <a:t> 투입보고 </a:t>
            </a:r>
            <a:r>
              <a:rPr lang="en-US" altLang="ko-KR" sz="2400" dirty="0"/>
              <a:t>– JIG B Abnormal Case(Stator Model Error)</a:t>
            </a:r>
            <a:endParaRPr lang="ko-KR" altLang="en-US" sz="24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96F870A-FFD2-4F70-B792-88841052E1FA}"/>
              </a:ext>
            </a:extLst>
          </p:cNvPr>
          <p:cNvSpPr txBox="1"/>
          <p:nvPr/>
        </p:nvSpPr>
        <p:spPr>
          <a:xfrm>
            <a:off x="4120995" y="1042155"/>
            <a:ext cx="57097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투입보고 하였으나</a:t>
            </a:r>
            <a:r>
              <a:rPr lang="en-US" altLang="ko-KR" sz="1200" dirty="0"/>
              <a:t>,</a:t>
            </a:r>
          </a:p>
          <a:p>
            <a:r>
              <a:rPr lang="en-US" altLang="ko-KR" sz="1200" dirty="0"/>
              <a:t>EPDS</a:t>
            </a:r>
            <a:r>
              <a:rPr lang="ko-KR" altLang="en-US" sz="1200" dirty="0"/>
              <a:t>로 받은 </a:t>
            </a:r>
            <a:r>
              <a:rPr lang="ko-KR" altLang="en-US" sz="1200" dirty="0" err="1"/>
              <a:t>스테이터</a:t>
            </a:r>
            <a:r>
              <a:rPr lang="ko-KR" altLang="en-US" sz="1200" dirty="0"/>
              <a:t> 모델과 </a:t>
            </a:r>
            <a:r>
              <a:rPr lang="en-US" altLang="ko-KR" sz="1200" dirty="0"/>
              <a:t>PLC</a:t>
            </a:r>
            <a:r>
              <a:rPr lang="ko-KR" altLang="en-US" sz="1200" dirty="0"/>
              <a:t>에 설정되어 있는 </a:t>
            </a:r>
            <a:r>
              <a:rPr lang="ko-KR" altLang="en-US" sz="1200" dirty="0" err="1"/>
              <a:t>스테이터</a:t>
            </a:r>
            <a:r>
              <a:rPr lang="ko-KR" altLang="en-US" sz="1200" dirty="0"/>
              <a:t> 모델이 다를 경우</a:t>
            </a:r>
            <a:endParaRPr lang="en-US" altLang="ko-KR" sz="1200" dirty="0"/>
          </a:p>
          <a:p>
            <a:r>
              <a:rPr lang="en-US" altLang="ko-KR" sz="1200" dirty="0"/>
              <a:t>PLC </a:t>
            </a:r>
            <a:r>
              <a:rPr lang="ko-KR" altLang="en-US" sz="1200" dirty="0"/>
              <a:t>터치 화면에 </a:t>
            </a:r>
            <a:r>
              <a:rPr lang="en-US" altLang="ko-KR" sz="1200" dirty="0"/>
              <a:t>Error </a:t>
            </a:r>
            <a:r>
              <a:rPr lang="ko-KR" altLang="en-US" sz="1200" dirty="0"/>
              <a:t>표시하고</a:t>
            </a:r>
            <a:r>
              <a:rPr lang="en-US" altLang="ko-KR" sz="1200" dirty="0"/>
              <a:t>, </a:t>
            </a:r>
            <a:r>
              <a:rPr lang="ko-KR" altLang="en-US" sz="1200" dirty="0"/>
              <a:t>재시도 할지</a:t>
            </a:r>
            <a:r>
              <a:rPr lang="en-US" altLang="ko-KR" sz="1200" dirty="0"/>
              <a:t>? Pass</a:t>
            </a:r>
            <a:r>
              <a:rPr lang="ko-KR" altLang="en-US" sz="1200" dirty="0"/>
              <a:t>할지</a:t>
            </a:r>
            <a:r>
              <a:rPr lang="en-US" altLang="ko-KR" sz="1200" dirty="0"/>
              <a:t>? </a:t>
            </a:r>
            <a:r>
              <a:rPr lang="ko-KR" altLang="en-US" sz="1200" dirty="0"/>
              <a:t>결정</a:t>
            </a:r>
            <a:endParaRPr lang="en-US" altLang="ko-KR" sz="1200" dirty="0"/>
          </a:p>
          <a:p>
            <a:r>
              <a:rPr lang="en-US" altLang="ko-KR" sz="1200" dirty="0"/>
              <a:t>Pass</a:t>
            </a:r>
            <a:r>
              <a:rPr lang="ko-KR" altLang="en-US" sz="1200" dirty="0"/>
              <a:t>의 경우</a:t>
            </a:r>
            <a:r>
              <a:rPr lang="en-US" altLang="ko-KR" sz="1200" dirty="0"/>
              <a:t>, “Pass </a:t>
            </a:r>
            <a:r>
              <a:rPr lang="ko-KR" altLang="en-US" sz="1200" dirty="0"/>
              <a:t>시나리오 참고</a:t>
            </a:r>
            <a:r>
              <a:rPr lang="en-US" altLang="ko-KR" sz="1200" dirty="0"/>
              <a:t>”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8CDDB111-1831-421A-89FF-34A6A1611E17}"/>
              </a:ext>
            </a:extLst>
          </p:cNvPr>
          <p:cNvSpPr/>
          <p:nvPr/>
        </p:nvSpPr>
        <p:spPr>
          <a:xfrm>
            <a:off x="8551307" y="6232351"/>
            <a:ext cx="2775490" cy="40155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50" dirty="0"/>
              <a:t>PLC</a:t>
            </a:r>
            <a:r>
              <a:rPr lang="ko-KR" altLang="en-US" sz="1050" dirty="0"/>
              <a:t> </a:t>
            </a:r>
            <a:r>
              <a:rPr lang="en-US" altLang="ko-KR" sz="1050" dirty="0"/>
              <a:t>Touch </a:t>
            </a:r>
            <a:r>
              <a:rPr lang="ko-KR" altLang="en-US" sz="1050" dirty="0"/>
              <a:t>화면에 </a:t>
            </a:r>
            <a:r>
              <a:rPr lang="en-US" altLang="ko-KR" sz="1050" dirty="0"/>
              <a:t>Error </a:t>
            </a:r>
            <a:r>
              <a:rPr lang="ko-KR" altLang="en-US" sz="1050" dirty="0"/>
              <a:t>화면 표시</a:t>
            </a:r>
            <a:r>
              <a:rPr lang="en-US" altLang="ko-KR" sz="1050" dirty="0"/>
              <a:t>.</a:t>
            </a:r>
          </a:p>
          <a:p>
            <a:r>
              <a:rPr lang="en-US" altLang="ko-KR" sz="1050" dirty="0"/>
              <a:t>“</a:t>
            </a:r>
            <a:r>
              <a:rPr lang="ko-KR" altLang="en-US" sz="1050" dirty="0"/>
              <a:t>재시도</a:t>
            </a:r>
            <a:r>
              <a:rPr lang="en-US" altLang="ko-KR" sz="1050" dirty="0"/>
              <a:t>”</a:t>
            </a:r>
            <a:r>
              <a:rPr lang="ko-KR" altLang="en-US" sz="1050" dirty="0"/>
              <a:t> </a:t>
            </a:r>
            <a:r>
              <a:rPr lang="en-US" altLang="ko-KR" sz="1050" dirty="0"/>
              <a:t>/ “Pass” / “</a:t>
            </a:r>
            <a:r>
              <a:rPr lang="ko-KR" altLang="en-US" sz="1050" dirty="0"/>
              <a:t>수동조작</a:t>
            </a:r>
            <a:r>
              <a:rPr lang="en-US" altLang="ko-KR" sz="1050" dirty="0"/>
              <a:t>”</a:t>
            </a:r>
            <a:r>
              <a:rPr lang="ko-KR" altLang="en-US" sz="1050" dirty="0"/>
              <a:t> 중 선택</a:t>
            </a:r>
            <a:endParaRPr lang="en-US" altLang="ko-KR" sz="1050" dirty="0"/>
          </a:p>
        </p:txBody>
      </p:sp>
    </p:spTree>
    <p:extLst>
      <p:ext uri="{BB962C8B-B14F-4D97-AF65-F5344CB8AC3E}">
        <p14:creationId xmlns:p14="http://schemas.microsoft.com/office/powerpoint/2010/main" val="999195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DA7C6F15-F20A-427E-BBF0-B29C4A6C71E7}"/>
              </a:ext>
            </a:extLst>
          </p:cNvPr>
          <p:cNvCxnSpPr>
            <a:cxnSpLocks/>
          </p:cNvCxnSpPr>
          <p:nvPr/>
        </p:nvCxnSpPr>
        <p:spPr>
          <a:xfrm>
            <a:off x="6899167" y="5962970"/>
            <a:ext cx="3064448" cy="15215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723" y="514769"/>
            <a:ext cx="9573983" cy="562057"/>
          </a:xfrm>
        </p:spPr>
        <p:txBody>
          <a:bodyPr>
            <a:noAutofit/>
          </a:bodyPr>
          <a:lstStyle/>
          <a:p>
            <a:r>
              <a:rPr lang="ko-KR" altLang="en-US" sz="2000" dirty="0" err="1"/>
              <a:t>스테이터</a:t>
            </a:r>
            <a:r>
              <a:rPr lang="ko-KR" altLang="en-US" sz="2000" dirty="0"/>
              <a:t> 투입보고 </a:t>
            </a:r>
            <a:r>
              <a:rPr lang="en-US" altLang="ko-KR" sz="2000" dirty="0"/>
              <a:t>– JIG A Abnormal Case(</a:t>
            </a:r>
            <a:r>
              <a:rPr lang="ko-KR" altLang="en-US" sz="2000" dirty="0"/>
              <a:t>작업중인 </a:t>
            </a:r>
            <a:r>
              <a:rPr lang="en-US" altLang="ko-KR" sz="2000" dirty="0"/>
              <a:t>Stator</a:t>
            </a:r>
            <a:r>
              <a:rPr lang="ko-KR" altLang="en-US" sz="2000" dirty="0"/>
              <a:t>가 있는 경우</a:t>
            </a:r>
            <a:r>
              <a:rPr lang="en-US" altLang="ko-KR" sz="2000" dirty="0"/>
              <a:t>)</a:t>
            </a:r>
            <a:endParaRPr lang="ko-KR" altLang="en-US" sz="2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GMES(PLC)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5294879-7584-2B7B-5075-13ADADCB59EA}"/>
              </a:ext>
            </a:extLst>
          </p:cNvPr>
          <p:cNvSpPr/>
          <p:nvPr/>
        </p:nvSpPr>
        <p:spPr>
          <a:xfrm>
            <a:off x="9110546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PLC</a:t>
            </a:r>
            <a:endParaRPr lang="ko-KR" altLang="en-US" sz="14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EDC52FF-7CF7-0D85-A109-5DD5429FEF7A}"/>
              </a:ext>
            </a:extLst>
          </p:cNvPr>
          <p:cNvSpPr/>
          <p:nvPr/>
        </p:nvSpPr>
        <p:spPr>
          <a:xfrm>
            <a:off x="5168840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Laser PC</a:t>
            </a:r>
            <a:endParaRPr lang="ko-KR" altLang="en-US" sz="14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A82046B-D4B7-CB30-097A-DC43381463CF}"/>
              </a:ext>
            </a:extLst>
          </p:cNvPr>
          <p:cNvSpPr/>
          <p:nvPr/>
        </p:nvSpPr>
        <p:spPr>
          <a:xfrm>
            <a:off x="1227133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Host(GMES)</a:t>
            </a:r>
            <a:endParaRPr lang="ko-KR" altLang="en-US" sz="14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3EF1E80-172A-8309-FA63-C328D5562C36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2080201" y="2297153"/>
            <a:ext cx="1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308F1A8-F481-116A-94A2-4D49772EF94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021909" y="2297153"/>
            <a:ext cx="0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1227DF8-4A95-2BF5-9E66-A37A12044CAE}"/>
              </a:ext>
            </a:extLst>
          </p:cNvPr>
          <p:cNvCxnSpPr>
            <a:cxnSpLocks/>
          </p:cNvCxnSpPr>
          <p:nvPr/>
        </p:nvCxnSpPr>
        <p:spPr>
          <a:xfrm>
            <a:off x="9963615" y="2415141"/>
            <a:ext cx="0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E301C92-0A14-563F-9F9C-8A3A0E580071}"/>
              </a:ext>
            </a:extLst>
          </p:cNvPr>
          <p:cNvCxnSpPr>
            <a:cxnSpLocks/>
          </p:cNvCxnSpPr>
          <p:nvPr/>
        </p:nvCxnSpPr>
        <p:spPr>
          <a:xfrm>
            <a:off x="6021909" y="3778372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245C28C-8B56-F16B-CBD5-8198B0D46ED8}"/>
              </a:ext>
            </a:extLst>
          </p:cNvPr>
          <p:cNvSpPr txBox="1"/>
          <p:nvPr/>
        </p:nvSpPr>
        <p:spPr>
          <a:xfrm>
            <a:off x="6606542" y="3474546"/>
            <a:ext cx="28618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Request(D51001.0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F8D2092A-D040-5656-482C-8F7E734E19AD}"/>
              </a:ext>
            </a:extLst>
          </p:cNvPr>
          <p:cNvGrpSpPr/>
          <p:nvPr/>
        </p:nvGrpSpPr>
        <p:grpSpPr>
          <a:xfrm>
            <a:off x="10278382" y="701119"/>
            <a:ext cx="1598179" cy="751414"/>
            <a:chOff x="10278382" y="701119"/>
            <a:chExt cx="1598179" cy="751414"/>
          </a:xfrm>
        </p:grpSpPr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82576E91-6A8F-3D47-1D40-72E246279FDC}"/>
                </a:ext>
              </a:extLst>
            </p:cNvPr>
            <p:cNvSpPr/>
            <p:nvPr/>
          </p:nvSpPr>
          <p:spPr>
            <a:xfrm>
              <a:off x="10278382" y="701119"/>
              <a:ext cx="1598179" cy="75141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9B6D8FD9-CAB3-8ABC-D4B9-5FC3ADF854B8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968404"/>
              <a:ext cx="437309" cy="0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9FD6F179-2308-612E-6B0A-737C3CBB5D12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1261531"/>
              <a:ext cx="437309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9F631A3-1D01-F946-27DA-C0CF51B5E6EF}"/>
                </a:ext>
              </a:extLst>
            </p:cNvPr>
            <p:cNvSpPr txBox="1"/>
            <p:nvPr/>
          </p:nvSpPr>
          <p:spPr>
            <a:xfrm>
              <a:off x="10926069" y="844995"/>
              <a:ext cx="7468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PLC</a:t>
              </a:r>
              <a:r>
                <a:rPr lang="ko-KR" altLang="en-US" sz="1200" dirty="0"/>
                <a:t>통신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A7426C5-1778-FD9F-CE51-75C8F9E337EB}"/>
                </a:ext>
              </a:extLst>
            </p:cNvPr>
            <p:cNvSpPr txBox="1"/>
            <p:nvPr/>
          </p:nvSpPr>
          <p:spPr>
            <a:xfrm>
              <a:off x="10926069" y="1135605"/>
              <a:ext cx="7970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MES</a:t>
              </a:r>
              <a:r>
                <a:rPr lang="ko-KR" altLang="en-US" sz="1200" dirty="0"/>
                <a:t>통신</a:t>
              </a:r>
            </a:p>
          </p:txBody>
        </p:sp>
      </p:grp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ACE7440B-A33B-4D5D-8589-CB1DC827AF45}"/>
              </a:ext>
            </a:extLst>
          </p:cNvPr>
          <p:cNvCxnSpPr>
            <a:cxnSpLocks/>
          </p:cNvCxnSpPr>
          <p:nvPr/>
        </p:nvCxnSpPr>
        <p:spPr>
          <a:xfrm>
            <a:off x="2080203" y="5284452"/>
            <a:ext cx="3941706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E26E06F7-623F-4844-B264-2E59AE951CDA}"/>
              </a:ext>
            </a:extLst>
          </p:cNvPr>
          <p:cNvSpPr txBox="1"/>
          <p:nvPr/>
        </p:nvSpPr>
        <p:spPr>
          <a:xfrm>
            <a:off x="3069279" y="4965447"/>
            <a:ext cx="19711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EERS : Event Report Send</a:t>
            </a:r>
            <a:endParaRPr lang="ko-KR" altLang="en-US" sz="1200" dirty="0"/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29C9EACC-720D-4738-BDAF-BDE419011BA5}"/>
              </a:ext>
            </a:extLst>
          </p:cNvPr>
          <p:cNvCxnSpPr>
            <a:cxnSpLocks/>
          </p:cNvCxnSpPr>
          <p:nvPr/>
        </p:nvCxnSpPr>
        <p:spPr>
          <a:xfrm>
            <a:off x="2080203" y="5576165"/>
            <a:ext cx="3941706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5628EC2C-0F21-424B-A8A0-1EE4BA765E2F}"/>
              </a:ext>
            </a:extLst>
          </p:cNvPr>
          <p:cNvSpPr txBox="1"/>
          <p:nvPr/>
        </p:nvSpPr>
        <p:spPr>
          <a:xfrm>
            <a:off x="3037219" y="5278072"/>
            <a:ext cx="20353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EERS_R : Event Report Ack</a:t>
            </a:r>
            <a:endParaRPr lang="ko-KR" altLang="en-US" sz="1200" dirty="0"/>
          </a:p>
        </p:txBody>
      </p:sp>
      <p:sp>
        <p:nvSpPr>
          <p:cNvPr id="69" name="다이아몬드 68">
            <a:extLst>
              <a:ext uri="{FF2B5EF4-FFF2-40B4-BE49-F238E27FC236}">
                <a16:creationId xmlns:a16="http://schemas.microsoft.com/office/drawing/2014/main" id="{38CBC44A-B890-421F-B489-793AAA26B123}"/>
              </a:ext>
            </a:extLst>
          </p:cNvPr>
          <p:cNvSpPr/>
          <p:nvPr/>
        </p:nvSpPr>
        <p:spPr>
          <a:xfrm>
            <a:off x="4768605" y="5710808"/>
            <a:ext cx="2508496" cy="52530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Accepted?</a:t>
            </a:r>
            <a:endParaRPr lang="ko-KR" altLang="en-US" sz="16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00C0B02-E8F0-487F-910C-0A261C250382}"/>
              </a:ext>
            </a:extLst>
          </p:cNvPr>
          <p:cNvSpPr txBox="1"/>
          <p:nvPr/>
        </p:nvSpPr>
        <p:spPr>
          <a:xfrm>
            <a:off x="6778518" y="5671011"/>
            <a:ext cx="4057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Yes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F15DA11-90EA-48A2-BC9A-10DEEDB691B0}"/>
              </a:ext>
            </a:extLst>
          </p:cNvPr>
          <p:cNvSpPr txBox="1"/>
          <p:nvPr/>
        </p:nvSpPr>
        <p:spPr>
          <a:xfrm>
            <a:off x="7165877" y="5686680"/>
            <a:ext cx="26152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Barcode Error(D50001.7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60EA604A-FC8D-47D5-BB1D-7EB4B6B325B0}"/>
              </a:ext>
            </a:extLst>
          </p:cNvPr>
          <p:cNvSpPr/>
          <p:nvPr/>
        </p:nvSpPr>
        <p:spPr>
          <a:xfrm>
            <a:off x="8915099" y="2395708"/>
            <a:ext cx="2097030" cy="39077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작업 시작</a:t>
            </a:r>
            <a:endParaRPr lang="en-US" altLang="ko-KR" sz="1050" dirty="0"/>
          </a:p>
          <a:p>
            <a:pPr algn="ctr"/>
            <a:r>
              <a:rPr lang="en-US" altLang="ko-KR" sz="1050" dirty="0"/>
              <a:t>(</a:t>
            </a:r>
            <a:r>
              <a:rPr lang="ko-KR" altLang="en-US" sz="1050" dirty="0" err="1"/>
              <a:t>클랩프</a:t>
            </a:r>
            <a:r>
              <a:rPr lang="ko-KR" altLang="en-US" sz="1050" dirty="0"/>
              <a:t> </a:t>
            </a:r>
            <a:r>
              <a:rPr lang="en-US" altLang="ko-KR" sz="1050" dirty="0"/>
              <a:t>Z</a:t>
            </a:r>
            <a:r>
              <a:rPr lang="ko-KR" altLang="en-US" sz="1050" dirty="0"/>
              <a:t>축</a:t>
            </a:r>
            <a:r>
              <a:rPr lang="en-US" altLang="ko-KR" sz="1050" dirty="0"/>
              <a:t>-</a:t>
            </a:r>
            <a:r>
              <a:rPr lang="ko-KR" altLang="en-US" sz="1050" dirty="0"/>
              <a:t>리프트 상승</a:t>
            </a:r>
            <a:r>
              <a:rPr lang="en-US" altLang="ko-KR" sz="1050" dirty="0"/>
              <a:t>)</a:t>
            </a:r>
            <a:endParaRPr lang="ko-KR" altLang="en-US" sz="1050" dirty="0"/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15253A49-FB16-4BE4-8C77-7DEA1481C531}"/>
              </a:ext>
            </a:extLst>
          </p:cNvPr>
          <p:cNvCxnSpPr>
            <a:cxnSpLocks/>
          </p:cNvCxnSpPr>
          <p:nvPr/>
        </p:nvCxnSpPr>
        <p:spPr>
          <a:xfrm>
            <a:off x="6021909" y="3091899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DB818566-1962-445F-855A-24701879D7F3}"/>
              </a:ext>
            </a:extLst>
          </p:cNvPr>
          <p:cNvSpPr txBox="1"/>
          <p:nvPr/>
        </p:nvSpPr>
        <p:spPr>
          <a:xfrm>
            <a:off x="6832920" y="2788073"/>
            <a:ext cx="2409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Product In Jig A(D51001.7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71" name="다이아몬드 70">
            <a:extLst>
              <a:ext uri="{FF2B5EF4-FFF2-40B4-BE49-F238E27FC236}">
                <a16:creationId xmlns:a16="http://schemas.microsoft.com/office/drawing/2014/main" id="{7BD305BF-43C5-4B76-A6E4-DD34FB682299}"/>
              </a:ext>
            </a:extLst>
          </p:cNvPr>
          <p:cNvSpPr/>
          <p:nvPr/>
        </p:nvSpPr>
        <p:spPr>
          <a:xfrm>
            <a:off x="4768605" y="3921753"/>
            <a:ext cx="2508496" cy="52530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In Jig Bit ON?</a:t>
            </a:r>
            <a:endParaRPr lang="ko-KR" altLang="en-US" sz="1600" dirty="0"/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909852A5-3ADA-47C4-8B1C-0DD61FEC0C95}"/>
              </a:ext>
            </a:extLst>
          </p:cNvPr>
          <p:cNvSpPr/>
          <p:nvPr/>
        </p:nvSpPr>
        <p:spPr>
          <a:xfrm>
            <a:off x="8915099" y="3163780"/>
            <a:ext cx="2097030" cy="276998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신규 투입 보고 요청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558C99CC-2921-4657-B158-577B62A33259}"/>
              </a:ext>
            </a:extLst>
          </p:cNvPr>
          <p:cNvSpPr/>
          <p:nvPr/>
        </p:nvSpPr>
        <p:spPr>
          <a:xfrm>
            <a:off x="5040461" y="4608226"/>
            <a:ext cx="2097030" cy="276998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/>
              <a:t>Product Data </a:t>
            </a:r>
            <a:r>
              <a:rPr lang="ko-KR" altLang="en-US" sz="1050" dirty="0"/>
              <a:t>백업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39F1D9D-16FC-4AE7-A05A-A75FE6DA34F8}"/>
              </a:ext>
            </a:extLst>
          </p:cNvPr>
          <p:cNvSpPr txBox="1"/>
          <p:nvPr/>
        </p:nvSpPr>
        <p:spPr>
          <a:xfrm>
            <a:off x="6245567" y="4364318"/>
            <a:ext cx="4057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Yes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CD84131A-33DA-48F7-BBE3-11AA1DC8C317}"/>
              </a:ext>
            </a:extLst>
          </p:cNvPr>
          <p:cNvCxnSpPr>
            <a:stCxn id="71" idx="3"/>
          </p:cNvCxnSpPr>
          <p:nvPr/>
        </p:nvCxnSpPr>
        <p:spPr>
          <a:xfrm flipH="1">
            <a:off x="6021908" y="4184405"/>
            <a:ext cx="1255193" cy="919541"/>
          </a:xfrm>
          <a:prstGeom prst="bentConnector3">
            <a:avLst>
              <a:gd name="adj1" fmla="val -1821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13D09131-42F6-488D-B44C-6A56D3DC7EEF}"/>
              </a:ext>
            </a:extLst>
          </p:cNvPr>
          <p:cNvSpPr txBox="1"/>
          <p:nvPr/>
        </p:nvSpPr>
        <p:spPr>
          <a:xfrm>
            <a:off x="7050872" y="3892035"/>
            <a:ext cx="394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No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47720546-03B2-47E8-A559-CADF9E021A2F}"/>
              </a:ext>
            </a:extLst>
          </p:cNvPr>
          <p:cNvSpPr/>
          <p:nvPr/>
        </p:nvSpPr>
        <p:spPr>
          <a:xfrm>
            <a:off x="1904275" y="6351999"/>
            <a:ext cx="8324353" cy="276998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이하 투입보고 </a:t>
            </a:r>
            <a:r>
              <a:rPr lang="en-US" altLang="ko-KR" sz="1050" dirty="0"/>
              <a:t>Normal Case</a:t>
            </a:r>
            <a:r>
              <a:rPr lang="ko-KR" altLang="en-US" sz="1050" dirty="0"/>
              <a:t>와 동일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71070D9-2B9A-4CB8-82BC-79FA9C15BD47}"/>
              </a:ext>
            </a:extLst>
          </p:cNvPr>
          <p:cNvSpPr txBox="1"/>
          <p:nvPr/>
        </p:nvSpPr>
        <p:spPr>
          <a:xfrm>
            <a:off x="4120995" y="1149834"/>
            <a:ext cx="49129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C Ring</a:t>
            </a:r>
            <a:r>
              <a:rPr lang="ko-KR" altLang="en-US" sz="1200" dirty="0"/>
              <a:t>의 경우</a:t>
            </a:r>
            <a:r>
              <a:rPr lang="en-US" altLang="ko-KR" sz="1200" dirty="0"/>
              <a:t>, </a:t>
            </a:r>
          </a:p>
          <a:p>
            <a:r>
              <a:rPr lang="ko-KR" altLang="en-US" sz="1200" dirty="0"/>
              <a:t>작업 중에 한 개의 </a:t>
            </a:r>
            <a:r>
              <a:rPr lang="ko-KR" altLang="en-US" sz="1200" dirty="0" err="1"/>
              <a:t>스테이터를</a:t>
            </a:r>
            <a:r>
              <a:rPr lang="ko-KR" altLang="en-US" sz="1200" dirty="0"/>
              <a:t> 더 투입하여 버퍼위치에 둘 수 있음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“Product In Jig”(or “In Jig”)</a:t>
            </a:r>
            <a:r>
              <a:rPr lang="ko-KR" altLang="en-US" sz="1200" dirty="0"/>
              <a:t>는 </a:t>
            </a:r>
            <a:r>
              <a:rPr lang="ko-KR" altLang="en-US" sz="1200" dirty="0" err="1"/>
              <a:t>클램프</a:t>
            </a:r>
            <a:r>
              <a:rPr lang="ko-KR" altLang="en-US" sz="1200" dirty="0"/>
              <a:t> </a:t>
            </a:r>
            <a:r>
              <a:rPr lang="en-US" altLang="ko-KR" sz="1200" dirty="0"/>
              <a:t>Z</a:t>
            </a:r>
            <a:r>
              <a:rPr lang="ko-KR" altLang="en-US" sz="1200" dirty="0"/>
              <a:t>축 </a:t>
            </a:r>
            <a:r>
              <a:rPr lang="ko-KR" altLang="en-US" sz="1200" dirty="0" err="1"/>
              <a:t>상승시</a:t>
            </a:r>
            <a:r>
              <a:rPr lang="ko-KR" altLang="en-US" sz="1200" dirty="0"/>
              <a:t> </a:t>
            </a:r>
            <a:r>
              <a:rPr lang="en-US" altLang="ko-KR" sz="1200" dirty="0"/>
              <a:t>ON, </a:t>
            </a:r>
            <a:r>
              <a:rPr lang="ko-KR" altLang="en-US" sz="1200" dirty="0" err="1"/>
              <a:t>하강시</a:t>
            </a:r>
            <a:r>
              <a:rPr lang="ko-KR" altLang="en-US" sz="1200" dirty="0"/>
              <a:t> </a:t>
            </a:r>
            <a:r>
              <a:rPr lang="en-US" altLang="ko-KR" sz="1200" dirty="0"/>
              <a:t>OFF </a:t>
            </a:r>
            <a:r>
              <a:rPr lang="ko-KR" altLang="en-US" sz="1200" dirty="0"/>
              <a:t>됨</a:t>
            </a:r>
            <a:r>
              <a:rPr lang="en-US" altLang="ko-KR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143853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DA7C6F15-F20A-427E-BBF0-B29C4A6C71E7}"/>
              </a:ext>
            </a:extLst>
          </p:cNvPr>
          <p:cNvCxnSpPr>
            <a:cxnSpLocks/>
          </p:cNvCxnSpPr>
          <p:nvPr/>
        </p:nvCxnSpPr>
        <p:spPr>
          <a:xfrm>
            <a:off x="6899167" y="6001265"/>
            <a:ext cx="3064448" cy="15215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GMES(PLC)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5294879-7584-2B7B-5075-13ADADCB59EA}"/>
              </a:ext>
            </a:extLst>
          </p:cNvPr>
          <p:cNvSpPr/>
          <p:nvPr/>
        </p:nvSpPr>
        <p:spPr>
          <a:xfrm>
            <a:off x="9110546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PLC</a:t>
            </a:r>
            <a:endParaRPr lang="ko-KR" altLang="en-US" sz="14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EDC52FF-7CF7-0D85-A109-5DD5429FEF7A}"/>
              </a:ext>
            </a:extLst>
          </p:cNvPr>
          <p:cNvSpPr/>
          <p:nvPr/>
        </p:nvSpPr>
        <p:spPr>
          <a:xfrm>
            <a:off x="5168840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Laser PC</a:t>
            </a:r>
            <a:endParaRPr lang="ko-KR" altLang="en-US" sz="14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A82046B-D4B7-CB30-097A-DC43381463CF}"/>
              </a:ext>
            </a:extLst>
          </p:cNvPr>
          <p:cNvSpPr/>
          <p:nvPr/>
        </p:nvSpPr>
        <p:spPr>
          <a:xfrm>
            <a:off x="1227133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Host(GMES)</a:t>
            </a:r>
            <a:endParaRPr lang="ko-KR" altLang="en-US" sz="14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3EF1E80-172A-8309-FA63-C328D5562C36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2080201" y="2297153"/>
            <a:ext cx="1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308F1A8-F481-116A-94A2-4D49772EF94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021909" y="2297153"/>
            <a:ext cx="0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1227DF8-4A95-2BF5-9E66-A37A12044CA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9963615" y="2297153"/>
            <a:ext cx="0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E301C92-0A14-563F-9F9C-8A3A0E580071}"/>
              </a:ext>
            </a:extLst>
          </p:cNvPr>
          <p:cNvCxnSpPr>
            <a:cxnSpLocks/>
          </p:cNvCxnSpPr>
          <p:nvPr/>
        </p:nvCxnSpPr>
        <p:spPr>
          <a:xfrm>
            <a:off x="6021909" y="3769745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245C28C-8B56-F16B-CBD5-8198B0D46ED8}"/>
              </a:ext>
            </a:extLst>
          </p:cNvPr>
          <p:cNvSpPr txBox="1"/>
          <p:nvPr/>
        </p:nvSpPr>
        <p:spPr>
          <a:xfrm>
            <a:off x="6616161" y="3465919"/>
            <a:ext cx="28425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Request(D51001.4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F8D2092A-D040-5656-482C-8F7E734E19AD}"/>
              </a:ext>
            </a:extLst>
          </p:cNvPr>
          <p:cNvGrpSpPr/>
          <p:nvPr/>
        </p:nvGrpSpPr>
        <p:grpSpPr>
          <a:xfrm>
            <a:off x="10278382" y="701119"/>
            <a:ext cx="1598179" cy="751414"/>
            <a:chOff x="10278382" y="701119"/>
            <a:chExt cx="1598179" cy="751414"/>
          </a:xfrm>
        </p:grpSpPr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82576E91-6A8F-3D47-1D40-72E246279FDC}"/>
                </a:ext>
              </a:extLst>
            </p:cNvPr>
            <p:cNvSpPr/>
            <p:nvPr/>
          </p:nvSpPr>
          <p:spPr>
            <a:xfrm>
              <a:off x="10278382" y="701119"/>
              <a:ext cx="1598179" cy="75141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9B6D8FD9-CAB3-8ABC-D4B9-5FC3ADF854B8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968404"/>
              <a:ext cx="437309" cy="0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9FD6F179-2308-612E-6B0A-737C3CBB5D12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1261531"/>
              <a:ext cx="437309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9F631A3-1D01-F946-27DA-C0CF51B5E6EF}"/>
                </a:ext>
              </a:extLst>
            </p:cNvPr>
            <p:cNvSpPr txBox="1"/>
            <p:nvPr/>
          </p:nvSpPr>
          <p:spPr>
            <a:xfrm>
              <a:off x="10926069" y="844995"/>
              <a:ext cx="7468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PLC</a:t>
              </a:r>
              <a:r>
                <a:rPr lang="ko-KR" altLang="en-US" sz="1200" dirty="0"/>
                <a:t>통신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A7426C5-1778-FD9F-CE51-75C8F9E337EB}"/>
                </a:ext>
              </a:extLst>
            </p:cNvPr>
            <p:cNvSpPr txBox="1"/>
            <p:nvPr/>
          </p:nvSpPr>
          <p:spPr>
            <a:xfrm>
              <a:off x="10926069" y="1135605"/>
              <a:ext cx="7970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MES</a:t>
              </a:r>
              <a:r>
                <a:rPr lang="ko-KR" altLang="en-US" sz="1200" dirty="0"/>
                <a:t>통신</a:t>
              </a:r>
            </a:p>
          </p:txBody>
        </p:sp>
      </p:grp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ACE7440B-A33B-4D5D-8589-CB1DC827AF45}"/>
              </a:ext>
            </a:extLst>
          </p:cNvPr>
          <p:cNvCxnSpPr>
            <a:cxnSpLocks/>
          </p:cNvCxnSpPr>
          <p:nvPr/>
        </p:nvCxnSpPr>
        <p:spPr>
          <a:xfrm>
            <a:off x="2080203" y="5322747"/>
            <a:ext cx="3941706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E26E06F7-623F-4844-B264-2E59AE951CDA}"/>
              </a:ext>
            </a:extLst>
          </p:cNvPr>
          <p:cNvSpPr txBox="1"/>
          <p:nvPr/>
        </p:nvSpPr>
        <p:spPr>
          <a:xfrm>
            <a:off x="3069279" y="5003742"/>
            <a:ext cx="19711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EERS : Event Report Send</a:t>
            </a:r>
            <a:endParaRPr lang="ko-KR" altLang="en-US" sz="1200" dirty="0"/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29C9EACC-720D-4738-BDAF-BDE419011BA5}"/>
              </a:ext>
            </a:extLst>
          </p:cNvPr>
          <p:cNvCxnSpPr>
            <a:cxnSpLocks/>
          </p:cNvCxnSpPr>
          <p:nvPr/>
        </p:nvCxnSpPr>
        <p:spPr>
          <a:xfrm>
            <a:off x="2080203" y="5614460"/>
            <a:ext cx="3941706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5628EC2C-0F21-424B-A8A0-1EE4BA765E2F}"/>
              </a:ext>
            </a:extLst>
          </p:cNvPr>
          <p:cNvSpPr txBox="1"/>
          <p:nvPr/>
        </p:nvSpPr>
        <p:spPr>
          <a:xfrm>
            <a:off x="3037219" y="5316367"/>
            <a:ext cx="20353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EERS_R : Event Report Ack</a:t>
            </a:r>
            <a:endParaRPr lang="ko-KR" altLang="en-US" sz="1200" dirty="0"/>
          </a:p>
        </p:txBody>
      </p:sp>
      <p:sp>
        <p:nvSpPr>
          <p:cNvPr id="69" name="다이아몬드 68">
            <a:extLst>
              <a:ext uri="{FF2B5EF4-FFF2-40B4-BE49-F238E27FC236}">
                <a16:creationId xmlns:a16="http://schemas.microsoft.com/office/drawing/2014/main" id="{38CBC44A-B890-421F-B489-793AAA26B123}"/>
              </a:ext>
            </a:extLst>
          </p:cNvPr>
          <p:cNvSpPr/>
          <p:nvPr/>
        </p:nvSpPr>
        <p:spPr>
          <a:xfrm>
            <a:off x="4768605" y="5749103"/>
            <a:ext cx="2508496" cy="52530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Accepted?</a:t>
            </a:r>
            <a:endParaRPr lang="ko-KR" altLang="en-US" sz="16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00C0B02-E8F0-487F-910C-0A261C250382}"/>
              </a:ext>
            </a:extLst>
          </p:cNvPr>
          <p:cNvSpPr txBox="1"/>
          <p:nvPr/>
        </p:nvSpPr>
        <p:spPr>
          <a:xfrm>
            <a:off x="6778518" y="5709306"/>
            <a:ext cx="4057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Yes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F15DA11-90EA-48A2-BC9A-10DEEDB691B0}"/>
              </a:ext>
            </a:extLst>
          </p:cNvPr>
          <p:cNvSpPr txBox="1"/>
          <p:nvPr/>
        </p:nvSpPr>
        <p:spPr>
          <a:xfrm>
            <a:off x="7165877" y="5724975"/>
            <a:ext cx="26152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Barcode Error(D50001.8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77" name="제목 1">
            <a:extLst>
              <a:ext uri="{FF2B5EF4-FFF2-40B4-BE49-F238E27FC236}">
                <a16:creationId xmlns:a16="http://schemas.microsoft.com/office/drawing/2014/main" id="{EB9BED59-2919-49E8-BA25-3CFFEDD06B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723" y="514769"/>
            <a:ext cx="9573983" cy="562057"/>
          </a:xfrm>
        </p:spPr>
        <p:txBody>
          <a:bodyPr>
            <a:noAutofit/>
          </a:bodyPr>
          <a:lstStyle/>
          <a:p>
            <a:r>
              <a:rPr lang="ko-KR" altLang="en-US" sz="2000" dirty="0" err="1"/>
              <a:t>스테이터</a:t>
            </a:r>
            <a:r>
              <a:rPr lang="ko-KR" altLang="en-US" sz="2000" dirty="0"/>
              <a:t> 투입보고 </a:t>
            </a:r>
            <a:r>
              <a:rPr lang="en-US" altLang="ko-KR" sz="2000" dirty="0"/>
              <a:t>– JIG B Abnormal Case(</a:t>
            </a:r>
            <a:r>
              <a:rPr lang="ko-KR" altLang="en-US" sz="2000" dirty="0"/>
              <a:t>작업중인 </a:t>
            </a:r>
            <a:r>
              <a:rPr lang="en-US" altLang="ko-KR" sz="2000" dirty="0"/>
              <a:t>Stator</a:t>
            </a:r>
            <a:r>
              <a:rPr lang="ko-KR" altLang="en-US" sz="2000" dirty="0"/>
              <a:t>가 있는 경우</a:t>
            </a:r>
            <a:r>
              <a:rPr lang="en-US" altLang="ko-KR" sz="2000" dirty="0"/>
              <a:t>)</a:t>
            </a:r>
            <a:endParaRPr lang="ko-KR" altLang="en-US" sz="20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B0CD1FE-F503-46D1-890E-D49EA71EFF3B}"/>
              </a:ext>
            </a:extLst>
          </p:cNvPr>
          <p:cNvSpPr txBox="1"/>
          <p:nvPr/>
        </p:nvSpPr>
        <p:spPr>
          <a:xfrm>
            <a:off x="4120995" y="1149834"/>
            <a:ext cx="49129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C Ring</a:t>
            </a:r>
            <a:r>
              <a:rPr lang="ko-KR" altLang="en-US" sz="1200" dirty="0"/>
              <a:t>의 경우</a:t>
            </a:r>
            <a:r>
              <a:rPr lang="en-US" altLang="ko-KR" sz="1200" dirty="0"/>
              <a:t>, </a:t>
            </a:r>
          </a:p>
          <a:p>
            <a:r>
              <a:rPr lang="ko-KR" altLang="en-US" sz="1200" dirty="0"/>
              <a:t>작업 중에 한 개의 </a:t>
            </a:r>
            <a:r>
              <a:rPr lang="ko-KR" altLang="en-US" sz="1200" dirty="0" err="1"/>
              <a:t>스테이터를</a:t>
            </a:r>
            <a:r>
              <a:rPr lang="ko-KR" altLang="en-US" sz="1200" dirty="0"/>
              <a:t> 더 투입하여 버퍼위치에 둘 수 있음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“Product In Jig”(or “In Jig”)</a:t>
            </a:r>
            <a:r>
              <a:rPr lang="ko-KR" altLang="en-US" sz="1200" dirty="0"/>
              <a:t>는 </a:t>
            </a:r>
            <a:r>
              <a:rPr lang="ko-KR" altLang="en-US" sz="1200" dirty="0" err="1"/>
              <a:t>클램프</a:t>
            </a:r>
            <a:r>
              <a:rPr lang="ko-KR" altLang="en-US" sz="1200" dirty="0"/>
              <a:t> </a:t>
            </a:r>
            <a:r>
              <a:rPr lang="en-US" altLang="ko-KR" sz="1200" dirty="0"/>
              <a:t>Z</a:t>
            </a:r>
            <a:r>
              <a:rPr lang="ko-KR" altLang="en-US" sz="1200" dirty="0"/>
              <a:t>축 </a:t>
            </a:r>
            <a:r>
              <a:rPr lang="ko-KR" altLang="en-US" sz="1200" dirty="0" err="1"/>
              <a:t>상승시</a:t>
            </a:r>
            <a:r>
              <a:rPr lang="ko-KR" altLang="en-US" sz="1200" dirty="0"/>
              <a:t> </a:t>
            </a:r>
            <a:r>
              <a:rPr lang="en-US" altLang="ko-KR" sz="1200" dirty="0"/>
              <a:t>ON, </a:t>
            </a:r>
            <a:r>
              <a:rPr lang="ko-KR" altLang="en-US" sz="1200" dirty="0" err="1"/>
              <a:t>하강시</a:t>
            </a:r>
            <a:r>
              <a:rPr lang="ko-KR" altLang="en-US" sz="1200" dirty="0"/>
              <a:t> </a:t>
            </a:r>
            <a:r>
              <a:rPr lang="en-US" altLang="ko-KR" sz="1200" dirty="0"/>
              <a:t>OFF </a:t>
            </a:r>
            <a:r>
              <a:rPr lang="ko-KR" altLang="en-US" sz="1200" dirty="0"/>
              <a:t>됨</a:t>
            </a:r>
            <a:r>
              <a:rPr lang="en-US" altLang="ko-KR" sz="1200" dirty="0"/>
              <a:t>.</a:t>
            </a: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66695E7D-53B6-4B49-AED8-FD2792954C86}"/>
              </a:ext>
            </a:extLst>
          </p:cNvPr>
          <p:cNvSpPr/>
          <p:nvPr/>
        </p:nvSpPr>
        <p:spPr>
          <a:xfrm>
            <a:off x="8915099" y="2395708"/>
            <a:ext cx="2097030" cy="39077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작업 시작</a:t>
            </a:r>
            <a:endParaRPr lang="en-US" altLang="ko-KR" sz="1050" dirty="0"/>
          </a:p>
          <a:p>
            <a:pPr algn="ctr"/>
            <a:r>
              <a:rPr lang="en-US" altLang="ko-KR" sz="1050" dirty="0"/>
              <a:t>(</a:t>
            </a:r>
            <a:r>
              <a:rPr lang="ko-KR" altLang="en-US" sz="1050" dirty="0" err="1"/>
              <a:t>클랩프</a:t>
            </a:r>
            <a:r>
              <a:rPr lang="ko-KR" altLang="en-US" sz="1050" dirty="0"/>
              <a:t> </a:t>
            </a:r>
            <a:r>
              <a:rPr lang="en-US" altLang="ko-KR" sz="1050" dirty="0"/>
              <a:t>Z</a:t>
            </a:r>
            <a:r>
              <a:rPr lang="ko-KR" altLang="en-US" sz="1050" dirty="0"/>
              <a:t>축</a:t>
            </a:r>
            <a:r>
              <a:rPr lang="en-US" altLang="ko-KR" sz="1050" dirty="0"/>
              <a:t>-</a:t>
            </a:r>
            <a:r>
              <a:rPr lang="ko-KR" altLang="en-US" sz="1050" dirty="0"/>
              <a:t>리프트 상승</a:t>
            </a:r>
            <a:r>
              <a:rPr lang="en-US" altLang="ko-KR" sz="1050" dirty="0"/>
              <a:t>)</a:t>
            </a:r>
            <a:endParaRPr lang="ko-KR" altLang="en-US" sz="1050" dirty="0"/>
          </a:p>
        </p:txBody>
      </p: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2FED9341-B708-480A-B34C-01FB3185BC64}"/>
              </a:ext>
            </a:extLst>
          </p:cNvPr>
          <p:cNvCxnSpPr>
            <a:cxnSpLocks/>
          </p:cNvCxnSpPr>
          <p:nvPr/>
        </p:nvCxnSpPr>
        <p:spPr>
          <a:xfrm>
            <a:off x="6021909" y="3091899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8D5EC2A4-C114-4488-88C6-1A897B6FAA95}"/>
              </a:ext>
            </a:extLst>
          </p:cNvPr>
          <p:cNvSpPr txBox="1"/>
          <p:nvPr/>
        </p:nvSpPr>
        <p:spPr>
          <a:xfrm>
            <a:off x="6832920" y="2788073"/>
            <a:ext cx="2409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Product In Jig B(D51001.8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ACD8C830-C3EF-43AA-A750-BDA37896E6F4}"/>
              </a:ext>
            </a:extLst>
          </p:cNvPr>
          <p:cNvSpPr/>
          <p:nvPr/>
        </p:nvSpPr>
        <p:spPr>
          <a:xfrm>
            <a:off x="8915099" y="3163780"/>
            <a:ext cx="2097030" cy="276998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신규 투입 보고 요청</a:t>
            </a:r>
          </a:p>
        </p:txBody>
      </p:sp>
      <p:sp>
        <p:nvSpPr>
          <p:cNvPr id="85" name="다이아몬드 84">
            <a:extLst>
              <a:ext uri="{FF2B5EF4-FFF2-40B4-BE49-F238E27FC236}">
                <a16:creationId xmlns:a16="http://schemas.microsoft.com/office/drawing/2014/main" id="{5BC9C80E-EAE4-4603-A5F3-C5F8FCDEB0E5}"/>
              </a:ext>
            </a:extLst>
          </p:cNvPr>
          <p:cNvSpPr/>
          <p:nvPr/>
        </p:nvSpPr>
        <p:spPr>
          <a:xfrm>
            <a:off x="4768605" y="3921753"/>
            <a:ext cx="2508496" cy="52530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In Jig Bit ON?</a:t>
            </a:r>
            <a:endParaRPr lang="ko-KR" altLang="en-US" sz="1600" dirty="0"/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438C3924-9FCE-4AD0-8781-0EACEA422555}"/>
              </a:ext>
            </a:extLst>
          </p:cNvPr>
          <p:cNvSpPr/>
          <p:nvPr/>
        </p:nvSpPr>
        <p:spPr>
          <a:xfrm>
            <a:off x="5040461" y="4608226"/>
            <a:ext cx="2097030" cy="276998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/>
              <a:t>Product Data </a:t>
            </a:r>
            <a:r>
              <a:rPr lang="ko-KR" altLang="en-US" sz="1050" dirty="0"/>
              <a:t>백업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E7DB87F-2851-47F1-9FAA-32D8131E705C}"/>
              </a:ext>
            </a:extLst>
          </p:cNvPr>
          <p:cNvSpPr txBox="1"/>
          <p:nvPr/>
        </p:nvSpPr>
        <p:spPr>
          <a:xfrm>
            <a:off x="6245567" y="4364318"/>
            <a:ext cx="4057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Yes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cxnSp>
        <p:nvCxnSpPr>
          <p:cNvPr id="88" name="연결선: 꺾임 87">
            <a:extLst>
              <a:ext uri="{FF2B5EF4-FFF2-40B4-BE49-F238E27FC236}">
                <a16:creationId xmlns:a16="http://schemas.microsoft.com/office/drawing/2014/main" id="{96E3B5C0-8822-48F8-AA92-C6BCADA7E451}"/>
              </a:ext>
            </a:extLst>
          </p:cNvPr>
          <p:cNvCxnSpPr>
            <a:stCxn id="85" idx="3"/>
          </p:cNvCxnSpPr>
          <p:nvPr/>
        </p:nvCxnSpPr>
        <p:spPr>
          <a:xfrm flipH="1">
            <a:off x="6021908" y="4184405"/>
            <a:ext cx="1255193" cy="919541"/>
          </a:xfrm>
          <a:prstGeom prst="bentConnector3">
            <a:avLst>
              <a:gd name="adj1" fmla="val -1821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1889262C-5D81-48EE-B399-7C5F61925F8D}"/>
              </a:ext>
            </a:extLst>
          </p:cNvPr>
          <p:cNvSpPr txBox="1"/>
          <p:nvPr/>
        </p:nvSpPr>
        <p:spPr>
          <a:xfrm>
            <a:off x="7050872" y="3892035"/>
            <a:ext cx="394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No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B2707C4A-A5BA-47BA-ADFA-F38353D1989A}"/>
              </a:ext>
            </a:extLst>
          </p:cNvPr>
          <p:cNvSpPr/>
          <p:nvPr/>
        </p:nvSpPr>
        <p:spPr>
          <a:xfrm>
            <a:off x="1904275" y="6351999"/>
            <a:ext cx="8324353" cy="276998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이하 투입보고 </a:t>
            </a:r>
            <a:r>
              <a:rPr lang="en-US" altLang="ko-KR" sz="1050" dirty="0"/>
              <a:t>Normal Case</a:t>
            </a:r>
            <a:r>
              <a:rPr lang="ko-KR" altLang="en-US" sz="1050" dirty="0"/>
              <a:t>와 동일</a:t>
            </a:r>
          </a:p>
        </p:txBody>
      </p:sp>
    </p:spTree>
    <p:extLst>
      <p:ext uri="{BB962C8B-B14F-4D97-AF65-F5344CB8AC3E}">
        <p14:creationId xmlns:p14="http://schemas.microsoft.com/office/powerpoint/2010/main" val="19845561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스테이터</a:t>
            </a:r>
            <a:r>
              <a:rPr lang="ko-KR" altLang="en-US" dirty="0"/>
              <a:t> 투입 </a:t>
            </a:r>
            <a:r>
              <a:rPr lang="en-US" altLang="ko-KR" dirty="0"/>
              <a:t>Pass</a:t>
            </a:r>
            <a:r>
              <a:rPr lang="ko-KR" altLang="en-US" dirty="0"/>
              <a:t> </a:t>
            </a:r>
            <a:r>
              <a:rPr lang="en-US" altLang="ko-KR" dirty="0"/>
              <a:t>– JIG A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GMES(PLC)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5294879-7584-2B7B-5075-13ADADCB59EA}"/>
              </a:ext>
            </a:extLst>
          </p:cNvPr>
          <p:cNvSpPr/>
          <p:nvPr/>
        </p:nvSpPr>
        <p:spPr>
          <a:xfrm>
            <a:off x="9110546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PLC</a:t>
            </a:r>
            <a:endParaRPr lang="ko-KR" altLang="en-US" sz="14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EDC52FF-7CF7-0D85-A109-5DD5429FEF7A}"/>
              </a:ext>
            </a:extLst>
          </p:cNvPr>
          <p:cNvSpPr/>
          <p:nvPr/>
        </p:nvSpPr>
        <p:spPr>
          <a:xfrm>
            <a:off x="5168840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Laser PC</a:t>
            </a:r>
            <a:endParaRPr lang="ko-KR" altLang="en-US" sz="14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A82046B-D4B7-CB30-097A-DC43381463CF}"/>
              </a:ext>
            </a:extLst>
          </p:cNvPr>
          <p:cNvSpPr/>
          <p:nvPr/>
        </p:nvSpPr>
        <p:spPr>
          <a:xfrm>
            <a:off x="1227133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Host(GMES)</a:t>
            </a:r>
            <a:endParaRPr lang="ko-KR" altLang="en-US" sz="14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3EF1E80-172A-8309-FA63-C328D5562C36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2080202" y="2297153"/>
            <a:ext cx="0" cy="3978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308F1A8-F481-116A-94A2-4D49772EF94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021909" y="2297153"/>
            <a:ext cx="0" cy="3811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1227DF8-4A95-2BF5-9E66-A37A12044CA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9963615" y="2297153"/>
            <a:ext cx="0" cy="3811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E301C92-0A14-563F-9F9C-8A3A0E580071}"/>
              </a:ext>
            </a:extLst>
          </p:cNvPr>
          <p:cNvCxnSpPr>
            <a:cxnSpLocks/>
          </p:cNvCxnSpPr>
          <p:nvPr/>
        </p:nvCxnSpPr>
        <p:spPr>
          <a:xfrm>
            <a:off x="6021909" y="2835982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245C28C-8B56-F16B-CBD5-8198B0D46ED8}"/>
              </a:ext>
            </a:extLst>
          </p:cNvPr>
          <p:cNvSpPr txBox="1"/>
          <p:nvPr/>
        </p:nvSpPr>
        <p:spPr>
          <a:xfrm>
            <a:off x="7186317" y="2313422"/>
            <a:ext cx="17022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/>
              <a:t>A Jig Pass</a:t>
            </a:r>
            <a:r>
              <a:rPr lang="ko-KR" altLang="en-US" sz="1400" dirty="0"/>
              <a:t> </a:t>
            </a:r>
            <a:r>
              <a:rPr lang="en-US" altLang="ko-KR" sz="1400" dirty="0"/>
              <a:t>Request</a:t>
            </a:r>
          </a:p>
          <a:p>
            <a:pPr algn="ctr"/>
            <a:r>
              <a:rPr lang="en-US" altLang="ko-KR" sz="1400" dirty="0"/>
              <a:t>D51001.6 </a:t>
            </a:r>
            <a:r>
              <a:rPr lang="en-US" altLang="ko-KR" sz="1400" b="1" dirty="0">
                <a:solidFill>
                  <a:srgbClr val="FF0000"/>
                </a:solidFill>
              </a:rPr>
              <a:t>ON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DB7A69F-FDA1-D6FC-DBB4-5677808C527A}"/>
              </a:ext>
            </a:extLst>
          </p:cNvPr>
          <p:cNvGrpSpPr/>
          <p:nvPr/>
        </p:nvGrpSpPr>
        <p:grpSpPr>
          <a:xfrm>
            <a:off x="10278382" y="701119"/>
            <a:ext cx="1598179" cy="751414"/>
            <a:chOff x="10278382" y="701119"/>
            <a:chExt cx="1598179" cy="751414"/>
          </a:xfrm>
        </p:grpSpPr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577EF78F-9A13-646B-3B19-402559E035FC}"/>
                </a:ext>
              </a:extLst>
            </p:cNvPr>
            <p:cNvSpPr/>
            <p:nvPr/>
          </p:nvSpPr>
          <p:spPr>
            <a:xfrm>
              <a:off x="10278382" y="701119"/>
              <a:ext cx="1598179" cy="75141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78A477D9-3404-1A26-CFF3-54AEF4D4B9FA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968404"/>
              <a:ext cx="437309" cy="0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9546351D-41D9-0841-7B2D-0743CA58EEA4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1261531"/>
              <a:ext cx="437309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9480704-6893-41A4-A640-A62B5F2D76CE}"/>
                </a:ext>
              </a:extLst>
            </p:cNvPr>
            <p:cNvSpPr txBox="1"/>
            <p:nvPr/>
          </p:nvSpPr>
          <p:spPr>
            <a:xfrm>
              <a:off x="10926069" y="844995"/>
              <a:ext cx="7468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PLC</a:t>
              </a:r>
              <a:r>
                <a:rPr lang="ko-KR" altLang="en-US" sz="1200" dirty="0"/>
                <a:t>통신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2575E79-D151-4217-7CE5-EB00B16FFFD3}"/>
                </a:ext>
              </a:extLst>
            </p:cNvPr>
            <p:cNvSpPr txBox="1"/>
            <p:nvPr/>
          </p:nvSpPr>
          <p:spPr>
            <a:xfrm>
              <a:off x="10926069" y="1135605"/>
              <a:ext cx="7970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MES</a:t>
              </a:r>
              <a:r>
                <a:rPr lang="ko-KR" altLang="en-US" sz="1200" dirty="0"/>
                <a:t>통신</a:t>
              </a:r>
            </a:p>
          </p:txBody>
        </p:sp>
      </p:grp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8168320-56F5-A5EB-579F-06362D529404}"/>
              </a:ext>
            </a:extLst>
          </p:cNvPr>
          <p:cNvSpPr/>
          <p:nvPr/>
        </p:nvSpPr>
        <p:spPr>
          <a:xfrm>
            <a:off x="5063152" y="3056220"/>
            <a:ext cx="1917512" cy="46166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A Jig</a:t>
            </a:r>
            <a:r>
              <a:rPr lang="ko-KR" altLang="en-US" sz="1200" dirty="0"/>
              <a:t> 정보 </a:t>
            </a:r>
            <a:r>
              <a:rPr lang="en-US" altLang="ko-KR" sz="1200" dirty="0"/>
              <a:t>Clear</a:t>
            </a:r>
            <a:endParaRPr lang="ko-KR" altLang="en-US" sz="1200" dirty="0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53A2C80E-18C1-A378-619C-E03C245A232A}"/>
              </a:ext>
            </a:extLst>
          </p:cNvPr>
          <p:cNvCxnSpPr>
            <a:cxnSpLocks/>
          </p:cNvCxnSpPr>
          <p:nvPr/>
        </p:nvCxnSpPr>
        <p:spPr>
          <a:xfrm>
            <a:off x="6021909" y="4037335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0A42D18-6ECC-4A6E-8754-97516B07B1B1}"/>
              </a:ext>
            </a:extLst>
          </p:cNvPr>
          <p:cNvSpPr txBox="1"/>
          <p:nvPr/>
        </p:nvSpPr>
        <p:spPr>
          <a:xfrm>
            <a:off x="7124601" y="3530398"/>
            <a:ext cx="1825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/>
              <a:t>A Jig Pass</a:t>
            </a:r>
            <a:r>
              <a:rPr lang="ko-KR" altLang="en-US" sz="1400" dirty="0"/>
              <a:t> </a:t>
            </a:r>
            <a:r>
              <a:rPr lang="en-US" altLang="ko-KR" sz="1400" dirty="0"/>
              <a:t>Response</a:t>
            </a:r>
          </a:p>
          <a:p>
            <a:pPr algn="ctr"/>
            <a:r>
              <a:rPr lang="en-US" altLang="ko-KR" sz="1400" dirty="0"/>
              <a:t>D50001.6 </a:t>
            </a:r>
            <a:r>
              <a:rPr lang="en-US" altLang="ko-KR" sz="1400" b="1" dirty="0">
                <a:solidFill>
                  <a:srgbClr val="FF0000"/>
                </a:solidFill>
              </a:rPr>
              <a:t>ON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AD65B036-D8B2-2FB3-A9ED-745397015D2E}"/>
              </a:ext>
            </a:extLst>
          </p:cNvPr>
          <p:cNvCxnSpPr>
            <a:cxnSpLocks/>
          </p:cNvCxnSpPr>
          <p:nvPr/>
        </p:nvCxnSpPr>
        <p:spPr>
          <a:xfrm>
            <a:off x="6021909" y="5236994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ECA6B3F-0A11-141F-5746-EA1A5C0C7C20}"/>
              </a:ext>
            </a:extLst>
          </p:cNvPr>
          <p:cNvSpPr txBox="1"/>
          <p:nvPr/>
        </p:nvSpPr>
        <p:spPr>
          <a:xfrm>
            <a:off x="7124601" y="4730057"/>
            <a:ext cx="1825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/>
              <a:t>A Jig Pass</a:t>
            </a:r>
            <a:r>
              <a:rPr lang="ko-KR" altLang="en-US" sz="1400" dirty="0"/>
              <a:t> </a:t>
            </a:r>
            <a:r>
              <a:rPr lang="en-US" altLang="ko-KR" sz="1400" dirty="0"/>
              <a:t>Response</a:t>
            </a:r>
          </a:p>
          <a:p>
            <a:pPr algn="ctr"/>
            <a:r>
              <a:rPr lang="en-US" altLang="ko-KR" sz="1400" dirty="0"/>
              <a:t>D50001.6 </a:t>
            </a:r>
            <a:r>
              <a:rPr lang="en-US" altLang="ko-KR" sz="1400" b="1" dirty="0">
                <a:solidFill>
                  <a:srgbClr val="0000FF"/>
                </a:solidFill>
              </a:rPr>
              <a:t>OFF</a:t>
            </a:r>
            <a:endParaRPr lang="ko-KR" altLang="en-US" sz="1400" b="1" dirty="0">
              <a:solidFill>
                <a:srgbClr val="0000FF"/>
              </a:solidFill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3F46BD76-93D2-4AFA-AB6A-7E74AD37F7D4}"/>
              </a:ext>
            </a:extLst>
          </p:cNvPr>
          <p:cNvCxnSpPr>
            <a:cxnSpLocks/>
          </p:cNvCxnSpPr>
          <p:nvPr/>
        </p:nvCxnSpPr>
        <p:spPr>
          <a:xfrm>
            <a:off x="6021909" y="4607949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2ACE7E7-3F1F-40CC-B7BC-9F06D0347632}"/>
              </a:ext>
            </a:extLst>
          </p:cNvPr>
          <p:cNvSpPr txBox="1"/>
          <p:nvPr/>
        </p:nvSpPr>
        <p:spPr>
          <a:xfrm>
            <a:off x="7186317" y="4085389"/>
            <a:ext cx="17022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/>
              <a:t>A Jig Pass</a:t>
            </a:r>
            <a:r>
              <a:rPr lang="ko-KR" altLang="en-US" sz="1400" dirty="0"/>
              <a:t> </a:t>
            </a:r>
            <a:r>
              <a:rPr lang="en-US" altLang="ko-KR" sz="1400" dirty="0"/>
              <a:t>Request</a:t>
            </a:r>
          </a:p>
          <a:p>
            <a:pPr algn="ctr"/>
            <a:r>
              <a:rPr lang="en-US" altLang="ko-KR" sz="1400" dirty="0"/>
              <a:t>D51001.6 </a:t>
            </a:r>
            <a:r>
              <a:rPr lang="en-US" altLang="ko-KR" sz="1400" b="1" dirty="0">
                <a:solidFill>
                  <a:srgbClr val="0000FF"/>
                </a:solidFill>
              </a:rPr>
              <a:t>OFF</a:t>
            </a:r>
            <a:endParaRPr lang="ko-KR" altLang="en-US" sz="1400" b="1" dirty="0">
              <a:solidFill>
                <a:srgbClr val="0000FF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F92EE23-C4C4-416B-8A0F-2FEB554E77A5}"/>
              </a:ext>
            </a:extLst>
          </p:cNvPr>
          <p:cNvSpPr txBox="1"/>
          <p:nvPr/>
        </p:nvSpPr>
        <p:spPr>
          <a:xfrm>
            <a:off x="4195090" y="1233248"/>
            <a:ext cx="5177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MES</a:t>
            </a:r>
            <a:r>
              <a:rPr lang="ko-KR" altLang="en-US" sz="1200" dirty="0"/>
              <a:t>에 투입보고는 하였으나</a:t>
            </a:r>
            <a:r>
              <a:rPr lang="en-US" altLang="ko-KR" sz="1200" dirty="0"/>
              <a:t>, </a:t>
            </a:r>
          </a:p>
          <a:p>
            <a:r>
              <a:rPr lang="ko-KR" altLang="en-US" sz="1200" dirty="0"/>
              <a:t>용접 진행하지 않고</a:t>
            </a:r>
            <a:r>
              <a:rPr lang="en-US" altLang="ko-KR" sz="1200" dirty="0"/>
              <a:t>, </a:t>
            </a:r>
            <a:r>
              <a:rPr lang="ko-KR" altLang="en-US" sz="1200" dirty="0"/>
              <a:t>그냥 </a:t>
            </a:r>
            <a:r>
              <a:rPr lang="ko-KR" altLang="en-US" sz="1200" dirty="0" err="1"/>
              <a:t>스테이터를</a:t>
            </a:r>
            <a:r>
              <a:rPr lang="ko-KR" altLang="en-US" sz="1200" dirty="0"/>
              <a:t> </a:t>
            </a:r>
            <a:r>
              <a:rPr lang="en-US" altLang="ko-KR" sz="1200" dirty="0"/>
              <a:t>Pass </a:t>
            </a:r>
            <a:r>
              <a:rPr lang="ko-KR" altLang="en-US" sz="1200" dirty="0"/>
              <a:t>시키는 모드</a:t>
            </a:r>
            <a:r>
              <a:rPr lang="en-US" altLang="ko-KR" sz="1200" dirty="0"/>
              <a:t>(2023.02.10 </a:t>
            </a:r>
            <a:r>
              <a:rPr lang="ko-KR" altLang="en-US" sz="1200" dirty="0"/>
              <a:t>추가</a:t>
            </a:r>
            <a:r>
              <a:rPr lang="en-US" altLang="ko-KR" sz="1200" dirty="0"/>
              <a:t>)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D101C1D5-2CAC-4254-AEEB-C1FBBE3DF525}"/>
              </a:ext>
            </a:extLst>
          </p:cNvPr>
          <p:cNvSpPr/>
          <p:nvPr/>
        </p:nvSpPr>
        <p:spPr>
          <a:xfrm>
            <a:off x="9008557" y="5455046"/>
            <a:ext cx="1917512" cy="43412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err="1"/>
              <a:t>스테이터</a:t>
            </a:r>
            <a:r>
              <a:rPr lang="ko-KR" altLang="en-US" sz="1200" dirty="0"/>
              <a:t> 용접 없이</a:t>
            </a:r>
            <a:r>
              <a:rPr lang="en-US" altLang="ko-KR" sz="1200" dirty="0"/>
              <a:t>,</a:t>
            </a:r>
          </a:p>
          <a:p>
            <a:pPr algn="ctr"/>
            <a:r>
              <a:rPr lang="ko-KR" altLang="en-US" sz="1200" dirty="0"/>
              <a:t>그냥 컨베이어로 보냄</a:t>
            </a:r>
          </a:p>
        </p:txBody>
      </p:sp>
    </p:spTree>
    <p:extLst>
      <p:ext uri="{BB962C8B-B14F-4D97-AF65-F5344CB8AC3E}">
        <p14:creationId xmlns:p14="http://schemas.microsoft.com/office/powerpoint/2010/main" val="42079572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스테이터</a:t>
            </a:r>
            <a:r>
              <a:rPr lang="ko-KR" altLang="en-US" dirty="0"/>
              <a:t> 투입 </a:t>
            </a:r>
            <a:r>
              <a:rPr lang="en-US" altLang="ko-KR" dirty="0"/>
              <a:t>Pass</a:t>
            </a:r>
            <a:r>
              <a:rPr lang="ko-KR" altLang="en-US" dirty="0"/>
              <a:t> </a:t>
            </a:r>
            <a:r>
              <a:rPr lang="en-US" altLang="ko-KR" dirty="0"/>
              <a:t>– JIG B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GMES(PLC)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5294879-7584-2B7B-5075-13ADADCB59EA}"/>
              </a:ext>
            </a:extLst>
          </p:cNvPr>
          <p:cNvSpPr/>
          <p:nvPr/>
        </p:nvSpPr>
        <p:spPr>
          <a:xfrm>
            <a:off x="9110546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PLC</a:t>
            </a:r>
            <a:endParaRPr lang="ko-KR" altLang="en-US" sz="14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EDC52FF-7CF7-0D85-A109-5DD5429FEF7A}"/>
              </a:ext>
            </a:extLst>
          </p:cNvPr>
          <p:cNvSpPr/>
          <p:nvPr/>
        </p:nvSpPr>
        <p:spPr>
          <a:xfrm>
            <a:off x="5168840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Laser PC</a:t>
            </a:r>
            <a:endParaRPr lang="ko-KR" altLang="en-US" sz="14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A82046B-D4B7-CB30-097A-DC43381463CF}"/>
              </a:ext>
            </a:extLst>
          </p:cNvPr>
          <p:cNvSpPr/>
          <p:nvPr/>
        </p:nvSpPr>
        <p:spPr>
          <a:xfrm>
            <a:off x="1227133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Host(GMES)</a:t>
            </a:r>
            <a:endParaRPr lang="ko-KR" altLang="en-US" sz="14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3EF1E80-172A-8309-FA63-C328D5562C36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2080202" y="2297153"/>
            <a:ext cx="0" cy="3978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308F1A8-F481-116A-94A2-4D49772EF94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021909" y="2297153"/>
            <a:ext cx="0" cy="3811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1227DF8-4A95-2BF5-9E66-A37A12044CA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9963615" y="2297153"/>
            <a:ext cx="0" cy="3811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E301C92-0A14-563F-9F9C-8A3A0E580071}"/>
              </a:ext>
            </a:extLst>
          </p:cNvPr>
          <p:cNvCxnSpPr>
            <a:cxnSpLocks/>
          </p:cNvCxnSpPr>
          <p:nvPr/>
        </p:nvCxnSpPr>
        <p:spPr>
          <a:xfrm>
            <a:off x="6021909" y="2835982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245C28C-8B56-F16B-CBD5-8198B0D46ED8}"/>
              </a:ext>
            </a:extLst>
          </p:cNvPr>
          <p:cNvSpPr txBox="1"/>
          <p:nvPr/>
        </p:nvSpPr>
        <p:spPr>
          <a:xfrm>
            <a:off x="7186317" y="2313422"/>
            <a:ext cx="17022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/>
              <a:t>B Jig Pass</a:t>
            </a:r>
            <a:r>
              <a:rPr lang="ko-KR" altLang="en-US" sz="1400" dirty="0"/>
              <a:t> </a:t>
            </a:r>
            <a:r>
              <a:rPr lang="en-US" altLang="ko-KR" sz="1400" dirty="0"/>
              <a:t>Request</a:t>
            </a:r>
          </a:p>
          <a:p>
            <a:pPr algn="ctr"/>
            <a:r>
              <a:rPr lang="en-US" altLang="ko-KR" sz="1400" dirty="0"/>
              <a:t>D51001.9 </a:t>
            </a:r>
            <a:r>
              <a:rPr lang="en-US" altLang="ko-KR" sz="1400" b="1" dirty="0">
                <a:solidFill>
                  <a:srgbClr val="FF0000"/>
                </a:solidFill>
              </a:rPr>
              <a:t>ON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DB7A69F-FDA1-D6FC-DBB4-5677808C527A}"/>
              </a:ext>
            </a:extLst>
          </p:cNvPr>
          <p:cNvGrpSpPr/>
          <p:nvPr/>
        </p:nvGrpSpPr>
        <p:grpSpPr>
          <a:xfrm>
            <a:off x="10278382" y="701119"/>
            <a:ext cx="1598179" cy="751414"/>
            <a:chOff x="10278382" y="701119"/>
            <a:chExt cx="1598179" cy="751414"/>
          </a:xfrm>
        </p:grpSpPr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577EF78F-9A13-646B-3B19-402559E035FC}"/>
                </a:ext>
              </a:extLst>
            </p:cNvPr>
            <p:cNvSpPr/>
            <p:nvPr/>
          </p:nvSpPr>
          <p:spPr>
            <a:xfrm>
              <a:off x="10278382" y="701119"/>
              <a:ext cx="1598179" cy="75141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78A477D9-3404-1A26-CFF3-54AEF4D4B9FA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968404"/>
              <a:ext cx="437309" cy="0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9546351D-41D9-0841-7B2D-0743CA58EEA4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1261531"/>
              <a:ext cx="437309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9480704-6893-41A4-A640-A62B5F2D76CE}"/>
                </a:ext>
              </a:extLst>
            </p:cNvPr>
            <p:cNvSpPr txBox="1"/>
            <p:nvPr/>
          </p:nvSpPr>
          <p:spPr>
            <a:xfrm>
              <a:off x="10926069" y="844995"/>
              <a:ext cx="7468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PLC</a:t>
              </a:r>
              <a:r>
                <a:rPr lang="ko-KR" altLang="en-US" sz="1200" dirty="0"/>
                <a:t>통신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2575E79-D151-4217-7CE5-EB00B16FFFD3}"/>
                </a:ext>
              </a:extLst>
            </p:cNvPr>
            <p:cNvSpPr txBox="1"/>
            <p:nvPr/>
          </p:nvSpPr>
          <p:spPr>
            <a:xfrm>
              <a:off x="10926069" y="1135605"/>
              <a:ext cx="7970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MES</a:t>
              </a:r>
              <a:r>
                <a:rPr lang="ko-KR" altLang="en-US" sz="1200" dirty="0"/>
                <a:t>통신</a:t>
              </a:r>
            </a:p>
          </p:txBody>
        </p:sp>
      </p:grp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8168320-56F5-A5EB-579F-06362D529404}"/>
              </a:ext>
            </a:extLst>
          </p:cNvPr>
          <p:cNvSpPr/>
          <p:nvPr/>
        </p:nvSpPr>
        <p:spPr>
          <a:xfrm>
            <a:off x="5063152" y="3056219"/>
            <a:ext cx="1917512" cy="47589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B Jig</a:t>
            </a:r>
            <a:r>
              <a:rPr lang="ko-KR" altLang="en-US" sz="1200" dirty="0"/>
              <a:t> 정보 </a:t>
            </a:r>
            <a:r>
              <a:rPr lang="en-US" altLang="ko-KR" sz="1200" dirty="0"/>
              <a:t>Clear</a:t>
            </a:r>
            <a:endParaRPr lang="ko-KR" altLang="en-US" sz="1200" dirty="0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53A2C80E-18C1-A378-619C-E03C245A232A}"/>
              </a:ext>
            </a:extLst>
          </p:cNvPr>
          <p:cNvCxnSpPr>
            <a:cxnSpLocks/>
          </p:cNvCxnSpPr>
          <p:nvPr/>
        </p:nvCxnSpPr>
        <p:spPr>
          <a:xfrm>
            <a:off x="6021909" y="4018285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0A42D18-6ECC-4A6E-8754-97516B07B1B1}"/>
              </a:ext>
            </a:extLst>
          </p:cNvPr>
          <p:cNvSpPr txBox="1"/>
          <p:nvPr/>
        </p:nvSpPr>
        <p:spPr>
          <a:xfrm>
            <a:off x="7124601" y="3511348"/>
            <a:ext cx="1825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/>
              <a:t>B Jig Pass</a:t>
            </a:r>
            <a:r>
              <a:rPr lang="ko-KR" altLang="en-US" sz="1400" dirty="0"/>
              <a:t> </a:t>
            </a:r>
            <a:r>
              <a:rPr lang="en-US" altLang="ko-KR" sz="1400" dirty="0"/>
              <a:t>Response</a:t>
            </a:r>
          </a:p>
          <a:p>
            <a:pPr algn="ctr"/>
            <a:r>
              <a:rPr lang="en-US" altLang="ko-KR" sz="1400" dirty="0"/>
              <a:t>D50001.9 </a:t>
            </a:r>
            <a:r>
              <a:rPr lang="en-US" altLang="ko-KR" sz="1400" b="1" dirty="0">
                <a:solidFill>
                  <a:srgbClr val="FF0000"/>
                </a:solidFill>
              </a:rPr>
              <a:t>ON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AD65B036-D8B2-2FB3-A9ED-745397015D2E}"/>
              </a:ext>
            </a:extLst>
          </p:cNvPr>
          <p:cNvCxnSpPr>
            <a:cxnSpLocks/>
          </p:cNvCxnSpPr>
          <p:nvPr/>
        </p:nvCxnSpPr>
        <p:spPr>
          <a:xfrm>
            <a:off x="6021909" y="5327180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ECA6B3F-0A11-141F-5746-EA1A5C0C7C20}"/>
              </a:ext>
            </a:extLst>
          </p:cNvPr>
          <p:cNvSpPr txBox="1"/>
          <p:nvPr/>
        </p:nvSpPr>
        <p:spPr>
          <a:xfrm>
            <a:off x="7124601" y="4820243"/>
            <a:ext cx="1825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/>
              <a:t>B Jig Pass</a:t>
            </a:r>
            <a:r>
              <a:rPr lang="ko-KR" altLang="en-US" sz="1400" dirty="0"/>
              <a:t> </a:t>
            </a:r>
            <a:r>
              <a:rPr lang="en-US" altLang="ko-KR" sz="1400" dirty="0"/>
              <a:t>Response</a:t>
            </a:r>
          </a:p>
          <a:p>
            <a:pPr algn="ctr"/>
            <a:r>
              <a:rPr lang="en-US" altLang="ko-KR" sz="1400" dirty="0"/>
              <a:t>D50001.9 </a:t>
            </a:r>
            <a:r>
              <a:rPr lang="en-US" altLang="ko-KR" sz="1400" b="1" dirty="0">
                <a:solidFill>
                  <a:srgbClr val="0000FF"/>
                </a:solidFill>
              </a:rPr>
              <a:t>OFF</a:t>
            </a:r>
            <a:endParaRPr lang="ko-KR" altLang="en-US" sz="1400" b="1" dirty="0">
              <a:solidFill>
                <a:srgbClr val="0000FF"/>
              </a:solidFill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3F46BD76-93D2-4AFA-AB6A-7E74AD37F7D4}"/>
              </a:ext>
            </a:extLst>
          </p:cNvPr>
          <p:cNvCxnSpPr>
            <a:cxnSpLocks/>
          </p:cNvCxnSpPr>
          <p:nvPr/>
        </p:nvCxnSpPr>
        <p:spPr>
          <a:xfrm>
            <a:off x="6021909" y="4698135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2ACE7E7-3F1F-40CC-B7BC-9F06D0347632}"/>
              </a:ext>
            </a:extLst>
          </p:cNvPr>
          <p:cNvSpPr txBox="1"/>
          <p:nvPr/>
        </p:nvSpPr>
        <p:spPr>
          <a:xfrm>
            <a:off x="7186317" y="4175575"/>
            <a:ext cx="17022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/>
              <a:t>B Jig Pass</a:t>
            </a:r>
            <a:r>
              <a:rPr lang="ko-KR" altLang="en-US" sz="1400" dirty="0"/>
              <a:t> </a:t>
            </a:r>
            <a:r>
              <a:rPr lang="en-US" altLang="ko-KR" sz="1400" dirty="0"/>
              <a:t>Request</a:t>
            </a:r>
          </a:p>
          <a:p>
            <a:pPr algn="ctr"/>
            <a:r>
              <a:rPr lang="en-US" altLang="ko-KR" sz="1400" dirty="0"/>
              <a:t>D51001.9 </a:t>
            </a:r>
            <a:r>
              <a:rPr lang="en-US" altLang="ko-KR" sz="1400" b="1" dirty="0">
                <a:solidFill>
                  <a:srgbClr val="0000FF"/>
                </a:solidFill>
              </a:rPr>
              <a:t>OFF</a:t>
            </a:r>
            <a:endParaRPr lang="ko-KR" altLang="en-US" sz="1400" b="1" dirty="0">
              <a:solidFill>
                <a:srgbClr val="0000FF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A83A5D-BED6-47AB-B486-EE6F88F1C189}"/>
              </a:ext>
            </a:extLst>
          </p:cNvPr>
          <p:cNvSpPr txBox="1"/>
          <p:nvPr/>
        </p:nvSpPr>
        <p:spPr>
          <a:xfrm>
            <a:off x="4195090" y="1233248"/>
            <a:ext cx="5177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MES</a:t>
            </a:r>
            <a:r>
              <a:rPr lang="ko-KR" altLang="en-US" sz="1200" dirty="0"/>
              <a:t>에 투입보고는 하였으나</a:t>
            </a:r>
            <a:r>
              <a:rPr lang="en-US" altLang="ko-KR" sz="1200" dirty="0"/>
              <a:t>, </a:t>
            </a:r>
          </a:p>
          <a:p>
            <a:r>
              <a:rPr lang="ko-KR" altLang="en-US" sz="1200" dirty="0"/>
              <a:t>용접 진행하지 않고</a:t>
            </a:r>
            <a:r>
              <a:rPr lang="en-US" altLang="ko-KR" sz="1200" dirty="0"/>
              <a:t>, </a:t>
            </a:r>
            <a:r>
              <a:rPr lang="ko-KR" altLang="en-US" sz="1200" dirty="0"/>
              <a:t>그냥 </a:t>
            </a:r>
            <a:r>
              <a:rPr lang="ko-KR" altLang="en-US" sz="1200" dirty="0" err="1"/>
              <a:t>스테이터를</a:t>
            </a:r>
            <a:r>
              <a:rPr lang="ko-KR" altLang="en-US" sz="1200" dirty="0"/>
              <a:t> </a:t>
            </a:r>
            <a:r>
              <a:rPr lang="en-US" altLang="ko-KR" sz="1200" dirty="0"/>
              <a:t>Pass </a:t>
            </a:r>
            <a:r>
              <a:rPr lang="ko-KR" altLang="en-US" sz="1200" dirty="0"/>
              <a:t>시키는 모드</a:t>
            </a:r>
            <a:r>
              <a:rPr lang="en-US" altLang="ko-KR" sz="1200" dirty="0"/>
              <a:t>(2023.02.10 </a:t>
            </a:r>
            <a:r>
              <a:rPr lang="ko-KR" altLang="en-US" sz="1200" dirty="0"/>
              <a:t>추가</a:t>
            </a:r>
            <a:r>
              <a:rPr lang="en-US" altLang="ko-KR" sz="1200" dirty="0"/>
              <a:t>)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DD4632E4-CE6D-48BA-B3B0-CC8870041B6D}"/>
              </a:ext>
            </a:extLst>
          </p:cNvPr>
          <p:cNvSpPr/>
          <p:nvPr/>
        </p:nvSpPr>
        <p:spPr>
          <a:xfrm>
            <a:off x="9008557" y="5435996"/>
            <a:ext cx="1917512" cy="43412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err="1"/>
              <a:t>스테이터</a:t>
            </a:r>
            <a:r>
              <a:rPr lang="ko-KR" altLang="en-US" sz="1200" dirty="0"/>
              <a:t> 용접 없이</a:t>
            </a:r>
            <a:r>
              <a:rPr lang="en-US" altLang="ko-KR" sz="1200" dirty="0"/>
              <a:t>,</a:t>
            </a:r>
          </a:p>
          <a:p>
            <a:pPr algn="ctr"/>
            <a:r>
              <a:rPr lang="ko-KR" altLang="en-US" sz="1200" dirty="0"/>
              <a:t>그냥 컨베이어로 보냄</a:t>
            </a:r>
          </a:p>
        </p:txBody>
      </p:sp>
    </p:spTree>
    <p:extLst>
      <p:ext uri="{BB962C8B-B14F-4D97-AF65-F5344CB8AC3E}">
        <p14:creationId xmlns:p14="http://schemas.microsoft.com/office/powerpoint/2010/main" val="12874190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전검사</a:t>
            </a:r>
            <a:r>
              <a:rPr lang="ko-KR" altLang="en-US" dirty="0"/>
              <a:t> 결과 저장 </a:t>
            </a:r>
            <a:r>
              <a:rPr lang="en-US" altLang="ko-KR" dirty="0"/>
              <a:t>– JIG A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GMES(PLC)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5294879-7584-2B7B-5075-13ADADCB59EA}"/>
              </a:ext>
            </a:extLst>
          </p:cNvPr>
          <p:cNvSpPr/>
          <p:nvPr/>
        </p:nvSpPr>
        <p:spPr>
          <a:xfrm>
            <a:off x="9110546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PLC</a:t>
            </a:r>
            <a:endParaRPr lang="ko-KR" altLang="en-US" sz="14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EDC52FF-7CF7-0D85-A109-5DD5429FEF7A}"/>
              </a:ext>
            </a:extLst>
          </p:cNvPr>
          <p:cNvSpPr/>
          <p:nvPr/>
        </p:nvSpPr>
        <p:spPr>
          <a:xfrm>
            <a:off x="5168840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Laser PC</a:t>
            </a:r>
            <a:endParaRPr lang="ko-KR" altLang="en-US" sz="14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A82046B-D4B7-CB30-097A-DC43381463CF}"/>
              </a:ext>
            </a:extLst>
          </p:cNvPr>
          <p:cNvSpPr/>
          <p:nvPr/>
        </p:nvSpPr>
        <p:spPr>
          <a:xfrm>
            <a:off x="1227133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Host(GMES)</a:t>
            </a:r>
            <a:endParaRPr lang="ko-KR" altLang="en-US" sz="14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3EF1E80-172A-8309-FA63-C328D5562C36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2080202" y="2297153"/>
            <a:ext cx="0" cy="3978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308F1A8-F481-116A-94A2-4D49772EF94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021909" y="2297153"/>
            <a:ext cx="0" cy="3811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1227DF8-4A95-2BF5-9E66-A37A12044CA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9963615" y="2297153"/>
            <a:ext cx="0" cy="3811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E301C92-0A14-563F-9F9C-8A3A0E580071}"/>
              </a:ext>
            </a:extLst>
          </p:cNvPr>
          <p:cNvCxnSpPr>
            <a:cxnSpLocks/>
          </p:cNvCxnSpPr>
          <p:nvPr/>
        </p:nvCxnSpPr>
        <p:spPr>
          <a:xfrm>
            <a:off x="6021909" y="2841557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245C28C-8B56-F16B-CBD5-8198B0D46ED8}"/>
              </a:ext>
            </a:extLst>
          </p:cNvPr>
          <p:cNvSpPr txBox="1"/>
          <p:nvPr/>
        </p:nvSpPr>
        <p:spPr>
          <a:xfrm>
            <a:off x="6479971" y="2547597"/>
            <a:ext cx="31149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전 검사 데이터 결과</a:t>
            </a:r>
            <a:r>
              <a:rPr lang="en-US" altLang="ko-KR" sz="1200" dirty="0"/>
              <a:t>(D51001.10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9DB2888A-DAE6-A4ED-6C91-B50F6281DBA1}"/>
              </a:ext>
            </a:extLst>
          </p:cNvPr>
          <p:cNvCxnSpPr>
            <a:cxnSpLocks/>
          </p:cNvCxnSpPr>
          <p:nvPr/>
        </p:nvCxnSpPr>
        <p:spPr>
          <a:xfrm>
            <a:off x="6021909" y="4503978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39ADCA69-7CA1-DE63-C449-DA2D0A322EEE}"/>
              </a:ext>
            </a:extLst>
          </p:cNvPr>
          <p:cNvSpPr txBox="1"/>
          <p:nvPr/>
        </p:nvSpPr>
        <p:spPr>
          <a:xfrm>
            <a:off x="6301974" y="4163613"/>
            <a:ext cx="34709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전 검사 데이터 </a:t>
            </a:r>
            <a:r>
              <a:rPr lang="en-US" altLang="ko-KR" sz="1200" dirty="0"/>
              <a:t>Response(D50001.10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3F75AF0-EE0D-5892-F54D-749D6956B543}"/>
              </a:ext>
            </a:extLst>
          </p:cNvPr>
          <p:cNvSpPr/>
          <p:nvPr/>
        </p:nvSpPr>
        <p:spPr>
          <a:xfrm>
            <a:off x="5063151" y="3113976"/>
            <a:ext cx="1917512" cy="77452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검사결과 </a:t>
            </a:r>
            <a:r>
              <a:rPr lang="en-US" altLang="ko-KR" sz="1200" dirty="0"/>
              <a:t>Data </a:t>
            </a:r>
            <a:r>
              <a:rPr lang="ko-KR" altLang="en-US" sz="1200" dirty="0"/>
              <a:t>저장</a:t>
            </a: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6F91018C-0BFB-B084-78CB-F12C0A86E3CF}"/>
              </a:ext>
            </a:extLst>
          </p:cNvPr>
          <p:cNvGrpSpPr/>
          <p:nvPr/>
        </p:nvGrpSpPr>
        <p:grpSpPr>
          <a:xfrm>
            <a:off x="10278382" y="701119"/>
            <a:ext cx="1598179" cy="751414"/>
            <a:chOff x="10278382" y="701119"/>
            <a:chExt cx="1598179" cy="751414"/>
          </a:xfrm>
        </p:grpSpPr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F8929E77-9540-55D1-A65B-5FFBFAB72796}"/>
                </a:ext>
              </a:extLst>
            </p:cNvPr>
            <p:cNvSpPr/>
            <p:nvPr/>
          </p:nvSpPr>
          <p:spPr>
            <a:xfrm>
              <a:off x="10278382" y="701119"/>
              <a:ext cx="1598179" cy="75141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8CA46DB5-F911-5AC9-D132-FA5E1BC346CA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968404"/>
              <a:ext cx="437309" cy="0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화살표 연결선 30">
              <a:extLst>
                <a:ext uri="{FF2B5EF4-FFF2-40B4-BE49-F238E27FC236}">
                  <a16:creationId xmlns:a16="http://schemas.microsoft.com/office/drawing/2014/main" id="{2E7931D2-DBDA-F758-A630-429C6C807EFA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1261531"/>
              <a:ext cx="437309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43E4B12-8C02-9A64-407D-A15E928506A6}"/>
                </a:ext>
              </a:extLst>
            </p:cNvPr>
            <p:cNvSpPr txBox="1"/>
            <p:nvPr/>
          </p:nvSpPr>
          <p:spPr>
            <a:xfrm>
              <a:off x="10926069" y="844995"/>
              <a:ext cx="7468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PLC</a:t>
              </a:r>
              <a:r>
                <a:rPr lang="ko-KR" altLang="en-US" sz="1200" dirty="0"/>
                <a:t>통신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BEF32C9-0DF7-F61B-7733-C976530B977B}"/>
                </a:ext>
              </a:extLst>
            </p:cNvPr>
            <p:cNvSpPr txBox="1"/>
            <p:nvPr/>
          </p:nvSpPr>
          <p:spPr>
            <a:xfrm>
              <a:off x="10926069" y="1135605"/>
              <a:ext cx="7970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MES</a:t>
              </a:r>
              <a:r>
                <a:rPr lang="ko-KR" altLang="en-US" sz="1200" dirty="0"/>
                <a:t>통신</a:t>
              </a:r>
            </a:p>
          </p:txBody>
        </p:sp>
      </p:grp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6BB50069-9D85-4EC4-A1D5-11CA9875E43A}"/>
              </a:ext>
            </a:extLst>
          </p:cNvPr>
          <p:cNvCxnSpPr>
            <a:cxnSpLocks/>
          </p:cNvCxnSpPr>
          <p:nvPr/>
        </p:nvCxnSpPr>
        <p:spPr>
          <a:xfrm>
            <a:off x="6021909" y="4940121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08562343-57CD-44CA-A7BE-C0617A6CC46B}"/>
              </a:ext>
            </a:extLst>
          </p:cNvPr>
          <p:cNvSpPr txBox="1"/>
          <p:nvPr/>
        </p:nvSpPr>
        <p:spPr>
          <a:xfrm>
            <a:off x="6479971" y="4646161"/>
            <a:ext cx="31149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전 검사 데이터 결과</a:t>
            </a:r>
            <a:r>
              <a:rPr lang="en-US" altLang="ko-KR" sz="1200" dirty="0"/>
              <a:t>(D51001.10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E2F9C835-7A31-461E-AE87-3AFE30626FF3}"/>
              </a:ext>
            </a:extLst>
          </p:cNvPr>
          <p:cNvCxnSpPr>
            <a:cxnSpLocks/>
          </p:cNvCxnSpPr>
          <p:nvPr/>
        </p:nvCxnSpPr>
        <p:spPr>
          <a:xfrm>
            <a:off x="6021909" y="5373817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49DDC55C-EAC1-4B28-9E79-B06E75E1141E}"/>
              </a:ext>
            </a:extLst>
          </p:cNvPr>
          <p:cNvSpPr txBox="1"/>
          <p:nvPr/>
        </p:nvSpPr>
        <p:spPr>
          <a:xfrm>
            <a:off x="6301974" y="5033452"/>
            <a:ext cx="34709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전 검사 데이터 </a:t>
            </a:r>
            <a:r>
              <a:rPr lang="en-US" altLang="ko-KR" sz="1200" dirty="0"/>
              <a:t>Response(D50001.10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1152659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전검사</a:t>
            </a:r>
            <a:r>
              <a:rPr lang="ko-KR" altLang="en-US" dirty="0"/>
              <a:t> 결과 저장 </a:t>
            </a:r>
            <a:r>
              <a:rPr lang="en-US" altLang="ko-KR" dirty="0"/>
              <a:t>– JIG B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GMES(PLC)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5294879-7584-2B7B-5075-13ADADCB59EA}"/>
              </a:ext>
            </a:extLst>
          </p:cNvPr>
          <p:cNvSpPr/>
          <p:nvPr/>
        </p:nvSpPr>
        <p:spPr>
          <a:xfrm>
            <a:off x="9110546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PLC</a:t>
            </a:r>
            <a:endParaRPr lang="ko-KR" altLang="en-US" sz="14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EDC52FF-7CF7-0D85-A109-5DD5429FEF7A}"/>
              </a:ext>
            </a:extLst>
          </p:cNvPr>
          <p:cNvSpPr/>
          <p:nvPr/>
        </p:nvSpPr>
        <p:spPr>
          <a:xfrm>
            <a:off x="5168840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Laser PC</a:t>
            </a:r>
            <a:endParaRPr lang="ko-KR" altLang="en-US" sz="14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A82046B-D4B7-CB30-097A-DC43381463CF}"/>
              </a:ext>
            </a:extLst>
          </p:cNvPr>
          <p:cNvSpPr/>
          <p:nvPr/>
        </p:nvSpPr>
        <p:spPr>
          <a:xfrm>
            <a:off x="1227133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Host(GMES)</a:t>
            </a:r>
            <a:endParaRPr lang="ko-KR" altLang="en-US" sz="14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3EF1E80-172A-8309-FA63-C328D5562C36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2080202" y="2297153"/>
            <a:ext cx="0" cy="3978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308F1A8-F481-116A-94A2-4D49772EF94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021909" y="2297153"/>
            <a:ext cx="0" cy="3811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1227DF8-4A95-2BF5-9E66-A37A12044CA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9963615" y="2297153"/>
            <a:ext cx="0" cy="3811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E301C92-0A14-563F-9F9C-8A3A0E580071}"/>
              </a:ext>
            </a:extLst>
          </p:cNvPr>
          <p:cNvCxnSpPr>
            <a:cxnSpLocks/>
          </p:cNvCxnSpPr>
          <p:nvPr/>
        </p:nvCxnSpPr>
        <p:spPr>
          <a:xfrm>
            <a:off x="6021909" y="2763502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245C28C-8B56-F16B-CBD5-8198B0D46ED8}"/>
              </a:ext>
            </a:extLst>
          </p:cNvPr>
          <p:cNvSpPr txBox="1"/>
          <p:nvPr/>
        </p:nvSpPr>
        <p:spPr>
          <a:xfrm>
            <a:off x="6489589" y="2469542"/>
            <a:ext cx="30957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전 검사 데이터 결과</a:t>
            </a:r>
            <a:r>
              <a:rPr lang="en-US" altLang="ko-KR" sz="1200" dirty="0"/>
              <a:t>(D51001.11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9DB2888A-DAE6-A4ED-6C91-B50F6281DBA1}"/>
              </a:ext>
            </a:extLst>
          </p:cNvPr>
          <p:cNvCxnSpPr>
            <a:cxnSpLocks/>
          </p:cNvCxnSpPr>
          <p:nvPr/>
        </p:nvCxnSpPr>
        <p:spPr>
          <a:xfrm>
            <a:off x="6021909" y="4247872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39ADCA69-7CA1-DE63-C449-DA2D0A322EEE}"/>
              </a:ext>
            </a:extLst>
          </p:cNvPr>
          <p:cNvSpPr txBox="1"/>
          <p:nvPr/>
        </p:nvSpPr>
        <p:spPr>
          <a:xfrm>
            <a:off x="6311592" y="3938412"/>
            <a:ext cx="34517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전 검사 데이터 </a:t>
            </a:r>
            <a:r>
              <a:rPr lang="en-US" altLang="ko-KR" sz="1200" dirty="0"/>
              <a:t>Response(D50001.11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876DA442-67AB-1883-D794-91CA0D74988F}"/>
              </a:ext>
            </a:extLst>
          </p:cNvPr>
          <p:cNvCxnSpPr>
            <a:cxnSpLocks/>
          </p:cNvCxnSpPr>
          <p:nvPr/>
        </p:nvCxnSpPr>
        <p:spPr>
          <a:xfrm>
            <a:off x="6021909" y="5367132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0E6D93F-D970-8F9E-660E-CA975468F273}"/>
              </a:ext>
            </a:extLst>
          </p:cNvPr>
          <p:cNvSpPr txBox="1"/>
          <p:nvPr/>
        </p:nvSpPr>
        <p:spPr>
          <a:xfrm>
            <a:off x="6289150" y="5089509"/>
            <a:ext cx="34965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전 검사 데이터 </a:t>
            </a:r>
            <a:r>
              <a:rPr lang="en-US" altLang="ko-KR" sz="1200" dirty="0"/>
              <a:t>Response(D50001.11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b="1" dirty="0">
              <a:solidFill>
                <a:srgbClr val="0000FF"/>
              </a:solidFill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F4ECB3C8-C3B4-7D89-EC3E-F31F63581CD6}"/>
              </a:ext>
            </a:extLst>
          </p:cNvPr>
          <p:cNvGrpSpPr/>
          <p:nvPr/>
        </p:nvGrpSpPr>
        <p:grpSpPr>
          <a:xfrm>
            <a:off x="10278382" y="701119"/>
            <a:ext cx="1598179" cy="751414"/>
            <a:chOff x="10278382" y="701119"/>
            <a:chExt cx="1598179" cy="751414"/>
          </a:xfrm>
        </p:grpSpPr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2A451E45-811C-5548-7189-D388073CCF61}"/>
                </a:ext>
              </a:extLst>
            </p:cNvPr>
            <p:cNvSpPr/>
            <p:nvPr/>
          </p:nvSpPr>
          <p:spPr>
            <a:xfrm>
              <a:off x="10278382" y="701119"/>
              <a:ext cx="1598179" cy="75141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C73D19A1-3C75-DC86-6D74-CADD711EE26E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968404"/>
              <a:ext cx="437309" cy="0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6CCEED24-1BD3-649B-9A77-95220CAFA2BF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1261531"/>
              <a:ext cx="437309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85CC744-134D-F88B-C2DE-5950FEC1A615}"/>
                </a:ext>
              </a:extLst>
            </p:cNvPr>
            <p:cNvSpPr txBox="1"/>
            <p:nvPr/>
          </p:nvSpPr>
          <p:spPr>
            <a:xfrm>
              <a:off x="10926069" y="844995"/>
              <a:ext cx="7468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PLC</a:t>
              </a:r>
              <a:r>
                <a:rPr lang="ko-KR" altLang="en-US" sz="1200" dirty="0"/>
                <a:t>통신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CED4E4C-2C88-05A3-88B9-4E733A0379DB}"/>
                </a:ext>
              </a:extLst>
            </p:cNvPr>
            <p:cNvSpPr txBox="1"/>
            <p:nvPr/>
          </p:nvSpPr>
          <p:spPr>
            <a:xfrm>
              <a:off x="10926069" y="1135605"/>
              <a:ext cx="7970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MES</a:t>
              </a:r>
              <a:r>
                <a:rPr lang="ko-KR" altLang="en-US" sz="1200" dirty="0"/>
                <a:t>통신</a:t>
              </a:r>
            </a:p>
          </p:txBody>
        </p:sp>
      </p:grp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2456B6B2-FFF6-4FF2-8292-3D4E231C5622}"/>
              </a:ext>
            </a:extLst>
          </p:cNvPr>
          <p:cNvSpPr/>
          <p:nvPr/>
        </p:nvSpPr>
        <p:spPr>
          <a:xfrm>
            <a:off x="5063151" y="3056689"/>
            <a:ext cx="1917512" cy="77452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검사결과 </a:t>
            </a:r>
            <a:r>
              <a:rPr lang="en-US" altLang="ko-KR" sz="1200" dirty="0"/>
              <a:t>Data </a:t>
            </a:r>
            <a:r>
              <a:rPr lang="ko-KR" altLang="en-US" sz="1200" dirty="0"/>
              <a:t>저장</a:t>
            </a: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3F62187F-8A2E-450D-9807-F24AE17A2667}"/>
              </a:ext>
            </a:extLst>
          </p:cNvPr>
          <p:cNvCxnSpPr>
            <a:cxnSpLocks/>
          </p:cNvCxnSpPr>
          <p:nvPr/>
        </p:nvCxnSpPr>
        <p:spPr>
          <a:xfrm>
            <a:off x="6021909" y="4901342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FEC4AB2-1A38-46A2-8952-840858780ED5}"/>
              </a:ext>
            </a:extLst>
          </p:cNvPr>
          <p:cNvSpPr txBox="1"/>
          <p:nvPr/>
        </p:nvSpPr>
        <p:spPr>
          <a:xfrm>
            <a:off x="6471155" y="4607382"/>
            <a:ext cx="31325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전 검사 데이터 결과</a:t>
            </a:r>
            <a:r>
              <a:rPr lang="en-US" altLang="ko-KR" sz="1200" dirty="0"/>
              <a:t>(D51001.11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54504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후검사</a:t>
            </a:r>
            <a:r>
              <a:rPr lang="ko-KR" altLang="en-US" dirty="0"/>
              <a:t> 결과 저장 </a:t>
            </a:r>
            <a:r>
              <a:rPr lang="en-US" altLang="ko-KR" dirty="0"/>
              <a:t>– JIG A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GMES(PLC)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5294879-7584-2B7B-5075-13ADADCB59EA}"/>
              </a:ext>
            </a:extLst>
          </p:cNvPr>
          <p:cNvSpPr/>
          <p:nvPr/>
        </p:nvSpPr>
        <p:spPr>
          <a:xfrm>
            <a:off x="9110546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PLC</a:t>
            </a:r>
            <a:endParaRPr lang="ko-KR" altLang="en-US" sz="14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EDC52FF-7CF7-0D85-A109-5DD5429FEF7A}"/>
              </a:ext>
            </a:extLst>
          </p:cNvPr>
          <p:cNvSpPr/>
          <p:nvPr/>
        </p:nvSpPr>
        <p:spPr>
          <a:xfrm>
            <a:off x="5168840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Laser PC</a:t>
            </a:r>
            <a:endParaRPr lang="ko-KR" altLang="en-US" sz="14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A82046B-D4B7-CB30-097A-DC43381463CF}"/>
              </a:ext>
            </a:extLst>
          </p:cNvPr>
          <p:cNvSpPr/>
          <p:nvPr/>
        </p:nvSpPr>
        <p:spPr>
          <a:xfrm>
            <a:off x="1227133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Host(GMES)</a:t>
            </a:r>
            <a:endParaRPr lang="ko-KR" altLang="en-US" sz="14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3EF1E80-172A-8309-FA63-C328D5562C36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2080202" y="2297153"/>
            <a:ext cx="0" cy="3978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308F1A8-F481-116A-94A2-4D49772EF94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021909" y="2297153"/>
            <a:ext cx="0" cy="3811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1227DF8-4A95-2BF5-9E66-A37A12044CA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9963615" y="2297153"/>
            <a:ext cx="0" cy="3811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E301C92-0A14-563F-9F9C-8A3A0E580071}"/>
              </a:ext>
            </a:extLst>
          </p:cNvPr>
          <p:cNvCxnSpPr>
            <a:cxnSpLocks/>
          </p:cNvCxnSpPr>
          <p:nvPr/>
        </p:nvCxnSpPr>
        <p:spPr>
          <a:xfrm>
            <a:off x="6021909" y="2841557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245C28C-8B56-F16B-CBD5-8198B0D46ED8}"/>
              </a:ext>
            </a:extLst>
          </p:cNvPr>
          <p:cNvSpPr txBox="1"/>
          <p:nvPr/>
        </p:nvSpPr>
        <p:spPr>
          <a:xfrm>
            <a:off x="6479971" y="2547597"/>
            <a:ext cx="31149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후 검사 데이터 결과</a:t>
            </a:r>
            <a:r>
              <a:rPr lang="en-US" altLang="ko-KR" sz="1200" dirty="0"/>
              <a:t>(D51001.13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9DB2888A-DAE6-A4ED-6C91-B50F6281DBA1}"/>
              </a:ext>
            </a:extLst>
          </p:cNvPr>
          <p:cNvCxnSpPr>
            <a:cxnSpLocks/>
          </p:cNvCxnSpPr>
          <p:nvPr/>
        </p:nvCxnSpPr>
        <p:spPr>
          <a:xfrm>
            <a:off x="6021909" y="4503978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39ADCA69-7CA1-DE63-C449-DA2D0A322EEE}"/>
              </a:ext>
            </a:extLst>
          </p:cNvPr>
          <p:cNvSpPr txBox="1"/>
          <p:nvPr/>
        </p:nvSpPr>
        <p:spPr>
          <a:xfrm>
            <a:off x="6301974" y="4163613"/>
            <a:ext cx="34709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후 검사 데이터 </a:t>
            </a:r>
            <a:r>
              <a:rPr lang="en-US" altLang="ko-KR" sz="1200" dirty="0"/>
              <a:t>Response(D50001.13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3F75AF0-EE0D-5892-F54D-749D6956B543}"/>
              </a:ext>
            </a:extLst>
          </p:cNvPr>
          <p:cNvSpPr/>
          <p:nvPr/>
        </p:nvSpPr>
        <p:spPr>
          <a:xfrm>
            <a:off x="5063151" y="3113976"/>
            <a:ext cx="1917512" cy="77452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검사결과 </a:t>
            </a:r>
            <a:r>
              <a:rPr lang="en-US" altLang="ko-KR" sz="1200" dirty="0"/>
              <a:t>Data </a:t>
            </a:r>
            <a:r>
              <a:rPr lang="ko-KR" altLang="en-US" sz="1200" dirty="0"/>
              <a:t>저장</a:t>
            </a: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6F91018C-0BFB-B084-78CB-F12C0A86E3CF}"/>
              </a:ext>
            </a:extLst>
          </p:cNvPr>
          <p:cNvGrpSpPr/>
          <p:nvPr/>
        </p:nvGrpSpPr>
        <p:grpSpPr>
          <a:xfrm>
            <a:off x="10278382" y="701119"/>
            <a:ext cx="1598179" cy="751414"/>
            <a:chOff x="10278382" y="701119"/>
            <a:chExt cx="1598179" cy="751414"/>
          </a:xfrm>
        </p:grpSpPr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F8929E77-9540-55D1-A65B-5FFBFAB72796}"/>
                </a:ext>
              </a:extLst>
            </p:cNvPr>
            <p:cNvSpPr/>
            <p:nvPr/>
          </p:nvSpPr>
          <p:spPr>
            <a:xfrm>
              <a:off x="10278382" y="701119"/>
              <a:ext cx="1598179" cy="75141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8CA46DB5-F911-5AC9-D132-FA5E1BC346CA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968404"/>
              <a:ext cx="437309" cy="0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화살표 연결선 30">
              <a:extLst>
                <a:ext uri="{FF2B5EF4-FFF2-40B4-BE49-F238E27FC236}">
                  <a16:creationId xmlns:a16="http://schemas.microsoft.com/office/drawing/2014/main" id="{2E7931D2-DBDA-F758-A630-429C6C807EFA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1261531"/>
              <a:ext cx="437309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43E4B12-8C02-9A64-407D-A15E928506A6}"/>
                </a:ext>
              </a:extLst>
            </p:cNvPr>
            <p:cNvSpPr txBox="1"/>
            <p:nvPr/>
          </p:nvSpPr>
          <p:spPr>
            <a:xfrm>
              <a:off x="10926069" y="844995"/>
              <a:ext cx="7468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PLC</a:t>
              </a:r>
              <a:r>
                <a:rPr lang="ko-KR" altLang="en-US" sz="1200" dirty="0"/>
                <a:t>통신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BEF32C9-0DF7-F61B-7733-C976530B977B}"/>
                </a:ext>
              </a:extLst>
            </p:cNvPr>
            <p:cNvSpPr txBox="1"/>
            <p:nvPr/>
          </p:nvSpPr>
          <p:spPr>
            <a:xfrm>
              <a:off x="10926069" y="1135605"/>
              <a:ext cx="7970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MES</a:t>
              </a:r>
              <a:r>
                <a:rPr lang="ko-KR" altLang="en-US" sz="1200" dirty="0"/>
                <a:t>통신</a:t>
              </a:r>
            </a:p>
          </p:txBody>
        </p:sp>
      </p:grp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6BB50069-9D85-4EC4-A1D5-11CA9875E43A}"/>
              </a:ext>
            </a:extLst>
          </p:cNvPr>
          <p:cNvCxnSpPr>
            <a:cxnSpLocks/>
          </p:cNvCxnSpPr>
          <p:nvPr/>
        </p:nvCxnSpPr>
        <p:spPr>
          <a:xfrm>
            <a:off x="6021909" y="4940121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08562343-57CD-44CA-A7BE-C0617A6CC46B}"/>
              </a:ext>
            </a:extLst>
          </p:cNvPr>
          <p:cNvSpPr txBox="1"/>
          <p:nvPr/>
        </p:nvSpPr>
        <p:spPr>
          <a:xfrm>
            <a:off x="6479971" y="4646161"/>
            <a:ext cx="31149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후 검사 데이터 결과</a:t>
            </a:r>
            <a:r>
              <a:rPr lang="en-US" altLang="ko-KR" sz="1200" dirty="0"/>
              <a:t>(D51001.13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E2F9C835-7A31-461E-AE87-3AFE30626FF3}"/>
              </a:ext>
            </a:extLst>
          </p:cNvPr>
          <p:cNvCxnSpPr>
            <a:cxnSpLocks/>
          </p:cNvCxnSpPr>
          <p:nvPr/>
        </p:nvCxnSpPr>
        <p:spPr>
          <a:xfrm>
            <a:off x="6021909" y="5373817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49DDC55C-EAC1-4B28-9E79-B06E75E1141E}"/>
              </a:ext>
            </a:extLst>
          </p:cNvPr>
          <p:cNvSpPr txBox="1"/>
          <p:nvPr/>
        </p:nvSpPr>
        <p:spPr>
          <a:xfrm>
            <a:off x="6301974" y="5033452"/>
            <a:ext cx="34709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후 검사 데이터 </a:t>
            </a:r>
            <a:r>
              <a:rPr lang="en-US" altLang="ko-KR" sz="1200" dirty="0"/>
              <a:t>Response(D50001.13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6650428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후검사</a:t>
            </a:r>
            <a:r>
              <a:rPr lang="ko-KR" altLang="en-US" dirty="0"/>
              <a:t> 결과 저장 </a:t>
            </a:r>
            <a:r>
              <a:rPr lang="en-US" altLang="ko-KR" dirty="0"/>
              <a:t>– JIG B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GMES(PLC)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5294879-7584-2B7B-5075-13ADADCB59EA}"/>
              </a:ext>
            </a:extLst>
          </p:cNvPr>
          <p:cNvSpPr/>
          <p:nvPr/>
        </p:nvSpPr>
        <p:spPr>
          <a:xfrm>
            <a:off x="9110546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PLC</a:t>
            </a:r>
            <a:endParaRPr lang="ko-KR" altLang="en-US" sz="14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EDC52FF-7CF7-0D85-A109-5DD5429FEF7A}"/>
              </a:ext>
            </a:extLst>
          </p:cNvPr>
          <p:cNvSpPr/>
          <p:nvPr/>
        </p:nvSpPr>
        <p:spPr>
          <a:xfrm>
            <a:off x="5168840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Laser PC</a:t>
            </a:r>
            <a:endParaRPr lang="ko-KR" altLang="en-US" sz="14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A82046B-D4B7-CB30-097A-DC43381463CF}"/>
              </a:ext>
            </a:extLst>
          </p:cNvPr>
          <p:cNvSpPr/>
          <p:nvPr/>
        </p:nvSpPr>
        <p:spPr>
          <a:xfrm>
            <a:off x="1227133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Host(GMES)</a:t>
            </a:r>
            <a:endParaRPr lang="ko-KR" altLang="en-US" sz="14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3EF1E80-172A-8309-FA63-C328D5562C36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2080202" y="2297153"/>
            <a:ext cx="0" cy="3978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308F1A8-F481-116A-94A2-4D49772EF94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021909" y="2297153"/>
            <a:ext cx="0" cy="3811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1227DF8-4A95-2BF5-9E66-A37A12044CA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9963615" y="2297153"/>
            <a:ext cx="0" cy="3811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E301C92-0A14-563F-9F9C-8A3A0E580071}"/>
              </a:ext>
            </a:extLst>
          </p:cNvPr>
          <p:cNvCxnSpPr>
            <a:cxnSpLocks/>
          </p:cNvCxnSpPr>
          <p:nvPr/>
        </p:nvCxnSpPr>
        <p:spPr>
          <a:xfrm>
            <a:off x="6021909" y="2763502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245C28C-8B56-F16B-CBD5-8198B0D46ED8}"/>
              </a:ext>
            </a:extLst>
          </p:cNvPr>
          <p:cNvSpPr txBox="1"/>
          <p:nvPr/>
        </p:nvSpPr>
        <p:spPr>
          <a:xfrm>
            <a:off x="6489589" y="2469542"/>
            <a:ext cx="30957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후 검사 데이터 결과</a:t>
            </a:r>
            <a:r>
              <a:rPr lang="en-US" altLang="ko-KR" sz="1200" dirty="0"/>
              <a:t>(D51001.14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9DB2888A-DAE6-A4ED-6C91-B50F6281DBA1}"/>
              </a:ext>
            </a:extLst>
          </p:cNvPr>
          <p:cNvCxnSpPr>
            <a:cxnSpLocks/>
          </p:cNvCxnSpPr>
          <p:nvPr/>
        </p:nvCxnSpPr>
        <p:spPr>
          <a:xfrm>
            <a:off x="6021909" y="4247872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39ADCA69-7CA1-DE63-C449-DA2D0A322EEE}"/>
              </a:ext>
            </a:extLst>
          </p:cNvPr>
          <p:cNvSpPr txBox="1"/>
          <p:nvPr/>
        </p:nvSpPr>
        <p:spPr>
          <a:xfrm>
            <a:off x="6311592" y="3938412"/>
            <a:ext cx="34517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후 검사 데이터 </a:t>
            </a:r>
            <a:r>
              <a:rPr lang="en-US" altLang="ko-KR" sz="1200" dirty="0"/>
              <a:t>Response(D50001.14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876DA442-67AB-1883-D794-91CA0D74988F}"/>
              </a:ext>
            </a:extLst>
          </p:cNvPr>
          <p:cNvCxnSpPr>
            <a:cxnSpLocks/>
          </p:cNvCxnSpPr>
          <p:nvPr/>
        </p:nvCxnSpPr>
        <p:spPr>
          <a:xfrm>
            <a:off x="6021909" y="5367132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0E6D93F-D970-8F9E-660E-CA975468F273}"/>
              </a:ext>
            </a:extLst>
          </p:cNvPr>
          <p:cNvSpPr txBox="1"/>
          <p:nvPr/>
        </p:nvSpPr>
        <p:spPr>
          <a:xfrm>
            <a:off x="6289150" y="5089509"/>
            <a:ext cx="34965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후 검사 데이터 </a:t>
            </a:r>
            <a:r>
              <a:rPr lang="en-US" altLang="ko-KR" sz="1200" dirty="0"/>
              <a:t>Response(D50001.14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b="1" dirty="0">
              <a:solidFill>
                <a:srgbClr val="0000FF"/>
              </a:solidFill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F4ECB3C8-C3B4-7D89-EC3E-F31F63581CD6}"/>
              </a:ext>
            </a:extLst>
          </p:cNvPr>
          <p:cNvGrpSpPr/>
          <p:nvPr/>
        </p:nvGrpSpPr>
        <p:grpSpPr>
          <a:xfrm>
            <a:off x="10278382" y="701119"/>
            <a:ext cx="1598179" cy="751414"/>
            <a:chOff x="10278382" y="701119"/>
            <a:chExt cx="1598179" cy="751414"/>
          </a:xfrm>
        </p:grpSpPr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2A451E45-811C-5548-7189-D388073CCF61}"/>
                </a:ext>
              </a:extLst>
            </p:cNvPr>
            <p:cNvSpPr/>
            <p:nvPr/>
          </p:nvSpPr>
          <p:spPr>
            <a:xfrm>
              <a:off x="10278382" y="701119"/>
              <a:ext cx="1598179" cy="75141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C73D19A1-3C75-DC86-6D74-CADD711EE26E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968404"/>
              <a:ext cx="437309" cy="0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6CCEED24-1BD3-649B-9A77-95220CAFA2BF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1261531"/>
              <a:ext cx="437309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85CC744-134D-F88B-C2DE-5950FEC1A615}"/>
                </a:ext>
              </a:extLst>
            </p:cNvPr>
            <p:cNvSpPr txBox="1"/>
            <p:nvPr/>
          </p:nvSpPr>
          <p:spPr>
            <a:xfrm>
              <a:off x="10926069" y="844995"/>
              <a:ext cx="7468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PLC</a:t>
              </a:r>
              <a:r>
                <a:rPr lang="ko-KR" altLang="en-US" sz="1200" dirty="0"/>
                <a:t>통신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CED4E4C-2C88-05A3-88B9-4E733A0379DB}"/>
                </a:ext>
              </a:extLst>
            </p:cNvPr>
            <p:cNvSpPr txBox="1"/>
            <p:nvPr/>
          </p:nvSpPr>
          <p:spPr>
            <a:xfrm>
              <a:off x="10926069" y="1135605"/>
              <a:ext cx="7970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MES</a:t>
              </a:r>
              <a:r>
                <a:rPr lang="ko-KR" altLang="en-US" sz="1200" dirty="0"/>
                <a:t>통신</a:t>
              </a:r>
            </a:p>
          </p:txBody>
        </p:sp>
      </p:grp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2456B6B2-FFF6-4FF2-8292-3D4E231C5622}"/>
              </a:ext>
            </a:extLst>
          </p:cNvPr>
          <p:cNvSpPr/>
          <p:nvPr/>
        </p:nvSpPr>
        <p:spPr>
          <a:xfrm>
            <a:off x="5063151" y="3037639"/>
            <a:ext cx="1917512" cy="77452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검사결과 </a:t>
            </a:r>
            <a:r>
              <a:rPr lang="en-US" altLang="ko-KR" sz="1200" dirty="0"/>
              <a:t>Data </a:t>
            </a:r>
            <a:r>
              <a:rPr lang="ko-KR" altLang="en-US" sz="1200" dirty="0"/>
              <a:t>저장</a:t>
            </a: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3F62187F-8A2E-450D-9807-F24AE17A2667}"/>
              </a:ext>
            </a:extLst>
          </p:cNvPr>
          <p:cNvCxnSpPr>
            <a:cxnSpLocks/>
          </p:cNvCxnSpPr>
          <p:nvPr/>
        </p:nvCxnSpPr>
        <p:spPr>
          <a:xfrm>
            <a:off x="6021909" y="4901342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FEC4AB2-1A38-46A2-8952-840858780ED5}"/>
              </a:ext>
            </a:extLst>
          </p:cNvPr>
          <p:cNvSpPr txBox="1"/>
          <p:nvPr/>
        </p:nvSpPr>
        <p:spPr>
          <a:xfrm>
            <a:off x="6471155" y="4607382"/>
            <a:ext cx="31325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후 검사 데이터 결과</a:t>
            </a:r>
            <a:r>
              <a:rPr lang="en-US" altLang="ko-KR" sz="1200" dirty="0"/>
              <a:t>(D51001.14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76428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스테이터</a:t>
            </a:r>
            <a:r>
              <a:rPr lang="ko-KR" altLang="en-US" dirty="0"/>
              <a:t> 배출보고 </a:t>
            </a:r>
            <a:r>
              <a:rPr lang="en-US" altLang="ko-KR" dirty="0"/>
              <a:t>– JIG A(Normal</a:t>
            </a:r>
            <a:r>
              <a:rPr lang="ko-KR" altLang="en-US" dirty="0"/>
              <a:t> </a:t>
            </a:r>
            <a:r>
              <a:rPr lang="en-US" altLang="ko-KR" dirty="0"/>
              <a:t>Case)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GMES(PLC)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5294879-7584-2B7B-5075-13ADADCB59EA}"/>
              </a:ext>
            </a:extLst>
          </p:cNvPr>
          <p:cNvSpPr/>
          <p:nvPr/>
        </p:nvSpPr>
        <p:spPr>
          <a:xfrm>
            <a:off x="9110546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PLC</a:t>
            </a:r>
            <a:endParaRPr lang="ko-KR" altLang="en-US" sz="14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EDC52FF-7CF7-0D85-A109-5DD5429FEF7A}"/>
              </a:ext>
            </a:extLst>
          </p:cNvPr>
          <p:cNvSpPr/>
          <p:nvPr/>
        </p:nvSpPr>
        <p:spPr>
          <a:xfrm>
            <a:off x="5168840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Laser PC</a:t>
            </a:r>
            <a:endParaRPr lang="ko-KR" altLang="en-US" sz="14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A82046B-D4B7-CB30-097A-DC43381463CF}"/>
              </a:ext>
            </a:extLst>
          </p:cNvPr>
          <p:cNvSpPr/>
          <p:nvPr/>
        </p:nvSpPr>
        <p:spPr>
          <a:xfrm>
            <a:off x="1227133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Host(GMES)</a:t>
            </a:r>
            <a:endParaRPr lang="ko-KR" altLang="en-US" sz="14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3EF1E80-172A-8309-FA63-C328D5562C36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2080202" y="2297153"/>
            <a:ext cx="0" cy="3978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308F1A8-F481-116A-94A2-4D49772EF943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6021908" y="2297153"/>
            <a:ext cx="1" cy="4093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1227DF8-4A95-2BF5-9E66-A37A12044CA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9963615" y="2297153"/>
            <a:ext cx="0" cy="4093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E301C92-0A14-563F-9F9C-8A3A0E580071}"/>
              </a:ext>
            </a:extLst>
          </p:cNvPr>
          <p:cNvCxnSpPr>
            <a:cxnSpLocks/>
          </p:cNvCxnSpPr>
          <p:nvPr/>
        </p:nvCxnSpPr>
        <p:spPr>
          <a:xfrm>
            <a:off x="6021909" y="2609841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245C28C-8B56-F16B-CBD5-8198B0D46ED8}"/>
              </a:ext>
            </a:extLst>
          </p:cNvPr>
          <p:cNvSpPr txBox="1"/>
          <p:nvPr/>
        </p:nvSpPr>
        <p:spPr>
          <a:xfrm>
            <a:off x="6610549" y="2313422"/>
            <a:ext cx="28537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배출보고 </a:t>
            </a:r>
            <a:r>
              <a:rPr lang="en-US" altLang="ko-KR" sz="1200" dirty="0"/>
              <a:t>Request(D51001.1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DB7A69F-FDA1-D6FC-DBB4-5677808C527A}"/>
              </a:ext>
            </a:extLst>
          </p:cNvPr>
          <p:cNvGrpSpPr/>
          <p:nvPr/>
        </p:nvGrpSpPr>
        <p:grpSpPr>
          <a:xfrm>
            <a:off x="10278382" y="701119"/>
            <a:ext cx="1598179" cy="751414"/>
            <a:chOff x="10278382" y="701119"/>
            <a:chExt cx="1598179" cy="751414"/>
          </a:xfrm>
        </p:grpSpPr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577EF78F-9A13-646B-3B19-402559E035FC}"/>
                </a:ext>
              </a:extLst>
            </p:cNvPr>
            <p:cNvSpPr/>
            <p:nvPr/>
          </p:nvSpPr>
          <p:spPr>
            <a:xfrm>
              <a:off x="10278382" y="701119"/>
              <a:ext cx="1598179" cy="75141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78A477D9-3404-1A26-CFF3-54AEF4D4B9FA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968404"/>
              <a:ext cx="437309" cy="0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9546351D-41D9-0841-7B2D-0743CA58EEA4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1261531"/>
              <a:ext cx="437309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9480704-6893-41A4-A640-A62B5F2D76CE}"/>
                </a:ext>
              </a:extLst>
            </p:cNvPr>
            <p:cNvSpPr txBox="1"/>
            <p:nvPr/>
          </p:nvSpPr>
          <p:spPr>
            <a:xfrm>
              <a:off x="10926069" y="844995"/>
              <a:ext cx="7468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PLC</a:t>
              </a:r>
              <a:r>
                <a:rPr lang="ko-KR" altLang="en-US" sz="1200" dirty="0"/>
                <a:t>통신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2575E79-D151-4217-7CE5-EB00B16FFFD3}"/>
                </a:ext>
              </a:extLst>
            </p:cNvPr>
            <p:cNvSpPr txBox="1"/>
            <p:nvPr/>
          </p:nvSpPr>
          <p:spPr>
            <a:xfrm>
              <a:off x="10926069" y="1135605"/>
              <a:ext cx="7970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MES</a:t>
              </a:r>
              <a:r>
                <a:rPr lang="ko-KR" altLang="en-US" sz="1200" dirty="0"/>
                <a:t>통신</a:t>
              </a:r>
            </a:p>
          </p:txBody>
        </p:sp>
      </p:grp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8168320-56F5-A5EB-579F-06362D529404}"/>
              </a:ext>
            </a:extLst>
          </p:cNvPr>
          <p:cNvSpPr/>
          <p:nvPr/>
        </p:nvSpPr>
        <p:spPr>
          <a:xfrm>
            <a:off x="5063152" y="2712089"/>
            <a:ext cx="1917512" cy="440473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검사결과 </a:t>
            </a:r>
            <a:r>
              <a:rPr lang="en-US" altLang="ko-KR" sz="1200" dirty="0"/>
              <a:t>Data </a:t>
            </a:r>
          </a:p>
          <a:p>
            <a:pPr algn="ctr"/>
            <a:r>
              <a:rPr lang="ko-KR" altLang="en-US" sz="1200" dirty="0"/>
              <a:t>다시 읽어 처리</a:t>
            </a: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0AD595E8-03CB-0CF8-4299-811D22999381}"/>
              </a:ext>
            </a:extLst>
          </p:cNvPr>
          <p:cNvCxnSpPr>
            <a:cxnSpLocks/>
          </p:cNvCxnSpPr>
          <p:nvPr/>
        </p:nvCxnSpPr>
        <p:spPr>
          <a:xfrm>
            <a:off x="2080203" y="3427270"/>
            <a:ext cx="3941706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B8F1994-B7E1-C9C1-5D58-C4EBA57CAEB9}"/>
              </a:ext>
            </a:extLst>
          </p:cNvPr>
          <p:cNvSpPr txBox="1"/>
          <p:nvPr/>
        </p:nvSpPr>
        <p:spPr>
          <a:xfrm>
            <a:off x="2817868" y="3139603"/>
            <a:ext cx="25923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EIDS : Equip</a:t>
            </a:r>
            <a:r>
              <a:rPr lang="ko-KR" altLang="en-US" sz="1200" dirty="0"/>
              <a:t> </a:t>
            </a:r>
            <a:r>
              <a:rPr lang="en-US" altLang="ko-KR" sz="1200" dirty="0"/>
              <a:t>Inspection Data Send</a:t>
            </a:r>
            <a:endParaRPr lang="ko-KR" altLang="en-US" sz="1200" dirty="0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33854143-F243-2314-A13B-1A65CD8D6C03}"/>
              </a:ext>
            </a:extLst>
          </p:cNvPr>
          <p:cNvCxnSpPr>
            <a:cxnSpLocks/>
          </p:cNvCxnSpPr>
          <p:nvPr/>
        </p:nvCxnSpPr>
        <p:spPr>
          <a:xfrm>
            <a:off x="2080203" y="3797263"/>
            <a:ext cx="3941706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684F076-936B-44C2-5152-D3397AED47B0}"/>
              </a:ext>
            </a:extLst>
          </p:cNvPr>
          <p:cNvSpPr txBox="1"/>
          <p:nvPr/>
        </p:nvSpPr>
        <p:spPr>
          <a:xfrm>
            <a:off x="2785807" y="3480120"/>
            <a:ext cx="26564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EIDS_R : Equip Inspection Data Ack</a:t>
            </a:r>
            <a:endParaRPr lang="ko-KR" altLang="en-US" sz="1200" dirty="0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53A2C80E-18C1-A378-619C-E03C245A232A}"/>
              </a:ext>
            </a:extLst>
          </p:cNvPr>
          <p:cNvCxnSpPr>
            <a:cxnSpLocks/>
          </p:cNvCxnSpPr>
          <p:nvPr/>
        </p:nvCxnSpPr>
        <p:spPr>
          <a:xfrm>
            <a:off x="6021909" y="5269017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0A42D18-6ECC-4A6E-8754-97516B07B1B1}"/>
              </a:ext>
            </a:extLst>
          </p:cNvPr>
          <p:cNvSpPr txBox="1"/>
          <p:nvPr/>
        </p:nvSpPr>
        <p:spPr>
          <a:xfrm>
            <a:off x="6556849" y="4988223"/>
            <a:ext cx="29611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배출보고 </a:t>
            </a:r>
            <a:r>
              <a:rPr lang="en-US" altLang="ko-KR" sz="1200" dirty="0"/>
              <a:t>Response(D50001.1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AD65B036-D8B2-2FB3-A9ED-745397015D2E}"/>
              </a:ext>
            </a:extLst>
          </p:cNvPr>
          <p:cNvCxnSpPr>
            <a:cxnSpLocks/>
          </p:cNvCxnSpPr>
          <p:nvPr/>
        </p:nvCxnSpPr>
        <p:spPr>
          <a:xfrm>
            <a:off x="6021909" y="6101682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ECA6B3F-0A11-141F-5746-EA1A5C0C7C20}"/>
              </a:ext>
            </a:extLst>
          </p:cNvPr>
          <p:cNvSpPr txBox="1"/>
          <p:nvPr/>
        </p:nvSpPr>
        <p:spPr>
          <a:xfrm>
            <a:off x="6534407" y="5801221"/>
            <a:ext cx="30060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배출보고 </a:t>
            </a:r>
            <a:r>
              <a:rPr lang="en-US" altLang="ko-KR" sz="1200" dirty="0"/>
              <a:t>Response(D50001.1 </a:t>
            </a:r>
            <a:r>
              <a:rPr lang="en-US" altLang="ko-KR" sz="1200" b="1" dirty="0">
                <a:solidFill>
                  <a:srgbClr val="0000FF"/>
                </a:solidFill>
              </a:rPr>
              <a:t>OFF)</a:t>
            </a:r>
            <a:endParaRPr lang="ko-KR" altLang="en-US" sz="1200" b="1" dirty="0">
              <a:solidFill>
                <a:srgbClr val="0000FF"/>
              </a:solidFill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3F46BD76-93D2-4AFA-AB6A-7E74AD37F7D4}"/>
              </a:ext>
            </a:extLst>
          </p:cNvPr>
          <p:cNvCxnSpPr>
            <a:cxnSpLocks/>
          </p:cNvCxnSpPr>
          <p:nvPr/>
        </p:nvCxnSpPr>
        <p:spPr>
          <a:xfrm>
            <a:off x="6021909" y="5679258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2ACE7E7-3F1F-40CC-B7BC-9F06D0347632}"/>
              </a:ext>
            </a:extLst>
          </p:cNvPr>
          <p:cNvSpPr txBox="1"/>
          <p:nvPr/>
        </p:nvSpPr>
        <p:spPr>
          <a:xfrm>
            <a:off x="6592115" y="5382838"/>
            <a:ext cx="28906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배출보고 </a:t>
            </a:r>
            <a:r>
              <a:rPr lang="en-US" altLang="ko-KR" sz="1200" dirty="0"/>
              <a:t>Request(D51001.1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b="1" dirty="0">
              <a:solidFill>
                <a:srgbClr val="0000FF"/>
              </a:solidFill>
            </a:endParaRPr>
          </a:p>
        </p:txBody>
      </p:sp>
      <p:sp>
        <p:nvSpPr>
          <p:cNvPr id="42" name="다이아몬드 41">
            <a:extLst>
              <a:ext uri="{FF2B5EF4-FFF2-40B4-BE49-F238E27FC236}">
                <a16:creationId xmlns:a16="http://schemas.microsoft.com/office/drawing/2014/main" id="{B4CE8134-09E2-4A7B-A9EB-7FAEA6636C18}"/>
              </a:ext>
            </a:extLst>
          </p:cNvPr>
          <p:cNvSpPr/>
          <p:nvPr/>
        </p:nvSpPr>
        <p:spPr>
          <a:xfrm>
            <a:off x="4768605" y="4008918"/>
            <a:ext cx="2508496" cy="52530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Accepted?</a:t>
            </a:r>
            <a:endParaRPr lang="ko-KR" altLang="en-US" sz="1600" dirty="0"/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F7E0DE88-1A8E-4932-AD4C-AC70D33A5641}"/>
              </a:ext>
            </a:extLst>
          </p:cNvPr>
          <p:cNvCxnSpPr>
            <a:cxnSpLocks/>
          </p:cNvCxnSpPr>
          <p:nvPr/>
        </p:nvCxnSpPr>
        <p:spPr>
          <a:xfrm>
            <a:off x="6021909" y="4855341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8205FEE4-F2EE-45AF-B77F-C30CEB153879}"/>
              </a:ext>
            </a:extLst>
          </p:cNvPr>
          <p:cNvSpPr txBox="1"/>
          <p:nvPr/>
        </p:nvSpPr>
        <p:spPr>
          <a:xfrm>
            <a:off x="6047364" y="4551638"/>
            <a:ext cx="4057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Yes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44C6995-31C6-48F1-AD88-D5A97A3C368D}"/>
              </a:ext>
            </a:extLst>
          </p:cNvPr>
          <p:cNvSpPr txBox="1"/>
          <p:nvPr/>
        </p:nvSpPr>
        <p:spPr>
          <a:xfrm>
            <a:off x="6652241" y="4563014"/>
            <a:ext cx="26350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Output Error(D50001.12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61313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스테이터</a:t>
            </a:r>
            <a:r>
              <a:rPr lang="ko-KR" altLang="en-US" dirty="0"/>
              <a:t> 배출보고 </a:t>
            </a:r>
            <a:r>
              <a:rPr lang="en-US" altLang="ko-KR" dirty="0"/>
              <a:t>– JIG B(Normal Case)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GMES(PLC)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5294879-7584-2B7B-5075-13ADADCB59EA}"/>
              </a:ext>
            </a:extLst>
          </p:cNvPr>
          <p:cNvSpPr/>
          <p:nvPr/>
        </p:nvSpPr>
        <p:spPr>
          <a:xfrm>
            <a:off x="9110546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PLC</a:t>
            </a:r>
            <a:endParaRPr lang="ko-KR" altLang="en-US" sz="14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EDC52FF-7CF7-0D85-A109-5DD5429FEF7A}"/>
              </a:ext>
            </a:extLst>
          </p:cNvPr>
          <p:cNvSpPr/>
          <p:nvPr/>
        </p:nvSpPr>
        <p:spPr>
          <a:xfrm>
            <a:off x="5168840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Laser PC</a:t>
            </a:r>
            <a:endParaRPr lang="ko-KR" altLang="en-US" sz="14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A82046B-D4B7-CB30-097A-DC43381463CF}"/>
              </a:ext>
            </a:extLst>
          </p:cNvPr>
          <p:cNvSpPr/>
          <p:nvPr/>
        </p:nvSpPr>
        <p:spPr>
          <a:xfrm>
            <a:off x="1227133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Host(GMES)</a:t>
            </a:r>
            <a:endParaRPr lang="ko-KR" altLang="en-US" sz="14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3EF1E80-172A-8309-FA63-C328D5562C36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2080202" y="2297153"/>
            <a:ext cx="0" cy="4201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308F1A8-F481-116A-94A2-4D49772EF94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021909" y="2297153"/>
            <a:ext cx="0" cy="4201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1227DF8-4A95-2BF5-9E66-A37A12044CA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9963615" y="2297153"/>
            <a:ext cx="0" cy="4201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E301C92-0A14-563F-9F9C-8A3A0E580071}"/>
              </a:ext>
            </a:extLst>
          </p:cNvPr>
          <p:cNvCxnSpPr>
            <a:cxnSpLocks/>
          </p:cNvCxnSpPr>
          <p:nvPr/>
        </p:nvCxnSpPr>
        <p:spPr>
          <a:xfrm>
            <a:off x="6021909" y="2663082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245C28C-8B56-F16B-CBD5-8198B0D46ED8}"/>
              </a:ext>
            </a:extLst>
          </p:cNvPr>
          <p:cNvSpPr txBox="1"/>
          <p:nvPr/>
        </p:nvSpPr>
        <p:spPr>
          <a:xfrm>
            <a:off x="6616160" y="2376200"/>
            <a:ext cx="28425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배출보고 </a:t>
            </a:r>
            <a:r>
              <a:rPr lang="en-US" altLang="ko-KR" sz="1200" dirty="0"/>
              <a:t>Request(D51001.5 </a:t>
            </a:r>
            <a:r>
              <a:rPr lang="en-US" altLang="ko-KR" sz="1200" b="1" dirty="0">
                <a:solidFill>
                  <a:srgbClr val="E6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b="1" dirty="0">
              <a:solidFill>
                <a:srgbClr val="E60000"/>
              </a:solidFill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DB7A69F-FDA1-D6FC-DBB4-5677808C527A}"/>
              </a:ext>
            </a:extLst>
          </p:cNvPr>
          <p:cNvGrpSpPr/>
          <p:nvPr/>
        </p:nvGrpSpPr>
        <p:grpSpPr>
          <a:xfrm>
            <a:off x="10278382" y="701119"/>
            <a:ext cx="1598179" cy="751414"/>
            <a:chOff x="10278382" y="701119"/>
            <a:chExt cx="1598179" cy="751414"/>
          </a:xfrm>
        </p:grpSpPr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577EF78F-9A13-646B-3B19-402559E035FC}"/>
                </a:ext>
              </a:extLst>
            </p:cNvPr>
            <p:cNvSpPr/>
            <p:nvPr/>
          </p:nvSpPr>
          <p:spPr>
            <a:xfrm>
              <a:off x="10278382" y="701119"/>
              <a:ext cx="1598179" cy="75141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78A477D9-3404-1A26-CFF3-54AEF4D4B9FA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968404"/>
              <a:ext cx="437309" cy="0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9546351D-41D9-0841-7B2D-0743CA58EEA4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1261531"/>
              <a:ext cx="437309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9480704-6893-41A4-A640-A62B5F2D76CE}"/>
                </a:ext>
              </a:extLst>
            </p:cNvPr>
            <p:cNvSpPr txBox="1"/>
            <p:nvPr/>
          </p:nvSpPr>
          <p:spPr>
            <a:xfrm>
              <a:off x="10926069" y="844995"/>
              <a:ext cx="7468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PLC</a:t>
              </a:r>
              <a:r>
                <a:rPr lang="ko-KR" altLang="en-US" sz="1200" dirty="0"/>
                <a:t>통신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2575E79-D151-4217-7CE5-EB00B16FFFD3}"/>
                </a:ext>
              </a:extLst>
            </p:cNvPr>
            <p:cNvSpPr txBox="1"/>
            <p:nvPr/>
          </p:nvSpPr>
          <p:spPr>
            <a:xfrm>
              <a:off x="10926069" y="1135605"/>
              <a:ext cx="7970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MES</a:t>
              </a:r>
              <a:r>
                <a:rPr lang="ko-KR" altLang="en-US" sz="1200" dirty="0"/>
                <a:t>통신</a:t>
              </a:r>
            </a:p>
          </p:txBody>
        </p:sp>
      </p:grp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53A2C80E-18C1-A378-619C-E03C245A232A}"/>
              </a:ext>
            </a:extLst>
          </p:cNvPr>
          <p:cNvCxnSpPr>
            <a:cxnSpLocks/>
          </p:cNvCxnSpPr>
          <p:nvPr/>
        </p:nvCxnSpPr>
        <p:spPr>
          <a:xfrm>
            <a:off x="6021909" y="5277587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0A42D18-6ECC-4A6E-8754-97516B07B1B1}"/>
              </a:ext>
            </a:extLst>
          </p:cNvPr>
          <p:cNvSpPr txBox="1"/>
          <p:nvPr/>
        </p:nvSpPr>
        <p:spPr>
          <a:xfrm>
            <a:off x="6562458" y="5016307"/>
            <a:ext cx="29499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배출보고 </a:t>
            </a:r>
            <a:r>
              <a:rPr lang="en-US" altLang="ko-KR" sz="1200" dirty="0"/>
              <a:t>Response(D50001.5 </a:t>
            </a:r>
            <a:r>
              <a:rPr lang="en-US" altLang="ko-KR" sz="1200" b="1" dirty="0">
                <a:solidFill>
                  <a:srgbClr val="E60000"/>
                </a:solidFill>
              </a:rPr>
              <a:t>ON</a:t>
            </a:r>
            <a:r>
              <a:rPr lang="en-US" altLang="ko-KR" sz="1200" dirty="0"/>
              <a:t>)</a:t>
            </a: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AD65B036-D8B2-2FB3-A9ED-745397015D2E}"/>
              </a:ext>
            </a:extLst>
          </p:cNvPr>
          <p:cNvCxnSpPr>
            <a:cxnSpLocks/>
          </p:cNvCxnSpPr>
          <p:nvPr/>
        </p:nvCxnSpPr>
        <p:spPr>
          <a:xfrm>
            <a:off x="6021909" y="6215411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ECA6B3F-0A11-141F-5746-EA1A5C0C7C20}"/>
              </a:ext>
            </a:extLst>
          </p:cNvPr>
          <p:cNvSpPr txBox="1"/>
          <p:nvPr/>
        </p:nvSpPr>
        <p:spPr>
          <a:xfrm>
            <a:off x="6544024" y="5901852"/>
            <a:ext cx="29868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배출보고 </a:t>
            </a:r>
            <a:r>
              <a:rPr lang="en-US" altLang="ko-KR" sz="1200" dirty="0"/>
              <a:t>Response(D50001.5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B2C64F6B-048D-4B63-830F-AC3F632FF420}"/>
              </a:ext>
            </a:extLst>
          </p:cNvPr>
          <p:cNvSpPr/>
          <p:nvPr/>
        </p:nvSpPr>
        <p:spPr>
          <a:xfrm>
            <a:off x="5063152" y="2802981"/>
            <a:ext cx="1917512" cy="440473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검사결과 </a:t>
            </a:r>
            <a:r>
              <a:rPr lang="en-US" altLang="ko-KR" sz="1200" dirty="0"/>
              <a:t>Data </a:t>
            </a:r>
          </a:p>
          <a:p>
            <a:pPr algn="ctr"/>
            <a:r>
              <a:rPr lang="ko-KR" altLang="en-US" sz="1200" dirty="0"/>
              <a:t>다시 읽어 처리</a:t>
            </a: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12C3DD71-559A-4C27-9537-81DCD1077654}"/>
              </a:ext>
            </a:extLst>
          </p:cNvPr>
          <p:cNvCxnSpPr>
            <a:cxnSpLocks/>
          </p:cNvCxnSpPr>
          <p:nvPr/>
        </p:nvCxnSpPr>
        <p:spPr>
          <a:xfrm>
            <a:off x="2080203" y="3550228"/>
            <a:ext cx="3941706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8E321900-E777-4F30-B439-DCF9A7E467D2}"/>
              </a:ext>
            </a:extLst>
          </p:cNvPr>
          <p:cNvSpPr txBox="1"/>
          <p:nvPr/>
        </p:nvSpPr>
        <p:spPr>
          <a:xfrm>
            <a:off x="2817868" y="3263806"/>
            <a:ext cx="25923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EIDS : Equip</a:t>
            </a:r>
            <a:r>
              <a:rPr lang="ko-KR" altLang="en-US" sz="1200" dirty="0"/>
              <a:t> </a:t>
            </a:r>
            <a:r>
              <a:rPr lang="en-US" altLang="ko-KR" sz="1200" dirty="0"/>
              <a:t>Inspection Data Send</a:t>
            </a:r>
            <a:endParaRPr lang="ko-KR" altLang="en-US" sz="1200" dirty="0"/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68986694-47AC-4D67-ADEB-F9E9E1457B93}"/>
              </a:ext>
            </a:extLst>
          </p:cNvPr>
          <p:cNvCxnSpPr>
            <a:cxnSpLocks/>
          </p:cNvCxnSpPr>
          <p:nvPr/>
        </p:nvCxnSpPr>
        <p:spPr>
          <a:xfrm>
            <a:off x="2080203" y="3920221"/>
            <a:ext cx="3941706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2D68883-B457-4E86-909C-5793D8867AD6}"/>
              </a:ext>
            </a:extLst>
          </p:cNvPr>
          <p:cNvSpPr txBox="1"/>
          <p:nvPr/>
        </p:nvSpPr>
        <p:spPr>
          <a:xfrm>
            <a:off x="2785807" y="3622742"/>
            <a:ext cx="26564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EIDS_R : Equip Inspection Data Ack</a:t>
            </a:r>
            <a:endParaRPr lang="ko-KR" altLang="en-US" sz="1200" dirty="0"/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A610878F-9527-45E9-9F16-A6C6C293CDFB}"/>
              </a:ext>
            </a:extLst>
          </p:cNvPr>
          <p:cNvCxnSpPr>
            <a:cxnSpLocks/>
          </p:cNvCxnSpPr>
          <p:nvPr/>
        </p:nvCxnSpPr>
        <p:spPr>
          <a:xfrm>
            <a:off x="6021909" y="5746499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9A8B1E52-335E-4E2A-BB3B-7FBB1DD3FEFD}"/>
              </a:ext>
            </a:extLst>
          </p:cNvPr>
          <p:cNvSpPr txBox="1"/>
          <p:nvPr/>
        </p:nvSpPr>
        <p:spPr>
          <a:xfrm>
            <a:off x="6597725" y="5449734"/>
            <a:ext cx="28794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배출보고 </a:t>
            </a:r>
            <a:r>
              <a:rPr lang="en-US" altLang="ko-KR" sz="1200" dirty="0"/>
              <a:t>Request(D51001.5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b="1" dirty="0">
              <a:solidFill>
                <a:srgbClr val="0000FF"/>
              </a:solidFill>
            </a:endParaRPr>
          </a:p>
        </p:txBody>
      </p:sp>
      <p:sp>
        <p:nvSpPr>
          <p:cNvPr id="45" name="다이아몬드 44">
            <a:extLst>
              <a:ext uri="{FF2B5EF4-FFF2-40B4-BE49-F238E27FC236}">
                <a16:creationId xmlns:a16="http://schemas.microsoft.com/office/drawing/2014/main" id="{106E8390-AC0E-4DB5-81E0-BA9A77D40287}"/>
              </a:ext>
            </a:extLst>
          </p:cNvPr>
          <p:cNvSpPr/>
          <p:nvPr/>
        </p:nvSpPr>
        <p:spPr>
          <a:xfrm>
            <a:off x="4768605" y="4008918"/>
            <a:ext cx="2508496" cy="52530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Accepted?</a:t>
            </a:r>
            <a:endParaRPr lang="ko-KR" altLang="en-US" sz="1600" dirty="0"/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AFB1D41B-071D-4000-AB34-ECD432EA0C1A}"/>
              </a:ext>
            </a:extLst>
          </p:cNvPr>
          <p:cNvCxnSpPr>
            <a:cxnSpLocks/>
          </p:cNvCxnSpPr>
          <p:nvPr/>
        </p:nvCxnSpPr>
        <p:spPr>
          <a:xfrm>
            <a:off x="6021909" y="4855341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791D8F2E-5314-41DE-B5A9-7737D34D79D8}"/>
              </a:ext>
            </a:extLst>
          </p:cNvPr>
          <p:cNvSpPr txBox="1"/>
          <p:nvPr/>
        </p:nvSpPr>
        <p:spPr>
          <a:xfrm>
            <a:off x="6047364" y="4551638"/>
            <a:ext cx="4057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Yes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104AFD7-25D8-4476-B803-33A018ECE9BA}"/>
              </a:ext>
            </a:extLst>
          </p:cNvPr>
          <p:cNvSpPr txBox="1"/>
          <p:nvPr/>
        </p:nvSpPr>
        <p:spPr>
          <a:xfrm>
            <a:off x="6652241" y="4563014"/>
            <a:ext cx="26350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Output Error(D50001.15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042642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스테이터</a:t>
            </a:r>
            <a:r>
              <a:rPr lang="ko-KR" altLang="en-US" dirty="0"/>
              <a:t> 배출보고 </a:t>
            </a:r>
            <a:r>
              <a:rPr lang="en-US" altLang="ko-KR" dirty="0"/>
              <a:t>– JIG A Abnormal</a:t>
            </a:r>
            <a:r>
              <a:rPr lang="ko-KR" altLang="en-US" dirty="0"/>
              <a:t>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GMES(PLC)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5294879-7584-2B7B-5075-13ADADCB59EA}"/>
              </a:ext>
            </a:extLst>
          </p:cNvPr>
          <p:cNvSpPr/>
          <p:nvPr/>
        </p:nvSpPr>
        <p:spPr>
          <a:xfrm>
            <a:off x="9110546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PLC</a:t>
            </a:r>
            <a:endParaRPr lang="ko-KR" altLang="en-US" sz="14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EDC52FF-7CF7-0D85-A109-5DD5429FEF7A}"/>
              </a:ext>
            </a:extLst>
          </p:cNvPr>
          <p:cNvSpPr/>
          <p:nvPr/>
        </p:nvSpPr>
        <p:spPr>
          <a:xfrm>
            <a:off x="5168840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Laser PC</a:t>
            </a:r>
            <a:endParaRPr lang="ko-KR" altLang="en-US" sz="14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A82046B-D4B7-CB30-097A-DC43381463CF}"/>
              </a:ext>
            </a:extLst>
          </p:cNvPr>
          <p:cNvSpPr/>
          <p:nvPr/>
        </p:nvSpPr>
        <p:spPr>
          <a:xfrm>
            <a:off x="1227133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Host(GMES)</a:t>
            </a:r>
            <a:endParaRPr lang="ko-KR" altLang="en-US" sz="14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3EF1E80-172A-8309-FA63-C328D5562C36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2080202" y="2297153"/>
            <a:ext cx="0" cy="43789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308F1A8-F481-116A-94A2-4D49772EF94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021909" y="2297153"/>
            <a:ext cx="0" cy="43789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1227DF8-4A95-2BF5-9E66-A37A12044CA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9963615" y="2297153"/>
            <a:ext cx="0" cy="43789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E301C92-0A14-563F-9F9C-8A3A0E580071}"/>
              </a:ext>
            </a:extLst>
          </p:cNvPr>
          <p:cNvCxnSpPr>
            <a:cxnSpLocks/>
          </p:cNvCxnSpPr>
          <p:nvPr/>
        </p:nvCxnSpPr>
        <p:spPr>
          <a:xfrm>
            <a:off x="6021909" y="2649171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245C28C-8B56-F16B-CBD5-8198B0D46ED8}"/>
              </a:ext>
            </a:extLst>
          </p:cNvPr>
          <p:cNvSpPr txBox="1"/>
          <p:nvPr/>
        </p:nvSpPr>
        <p:spPr>
          <a:xfrm>
            <a:off x="6606542" y="2350605"/>
            <a:ext cx="28618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배출보고 </a:t>
            </a:r>
            <a:r>
              <a:rPr lang="en-US" altLang="ko-KR" sz="1200" dirty="0"/>
              <a:t>Request(D51001.1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DB7A69F-FDA1-D6FC-DBB4-5677808C527A}"/>
              </a:ext>
            </a:extLst>
          </p:cNvPr>
          <p:cNvGrpSpPr/>
          <p:nvPr/>
        </p:nvGrpSpPr>
        <p:grpSpPr>
          <a:xfrm>
            <a:off x="10278382" y="701119"/>
            <a:ext cx="1598179" cy="751414"/>
            <a:chOff x="10278382" y="701119"/>
            <a:chExt cx="1598179" cy="751414"/>
          </a:xfrm>
        </p:grpSpPr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577EF78F-9A13-646B-3B19-402559E035FC}"/>
                </a:ext>
              </a:extLst>
            </p:cNvPr>
            <p:cNvSpPr/>
            <p:nvPr/>
          </p:nvSpPr>
          <p:spPr>
            <a:xfrm>
              <a:off x="10278382" y="701119"/>
              <a:ext cx="1598179" cy="75141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78A477D9-3404-1A26-CFF3-54AEF4D4B9FA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968404"/>
              <a:ext cx="437309" cy="0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9546351D-41D9-0841-7B2D-0743CA58EEA4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1261531"/>
              <a:ext cx="437309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9480704-6893-41A4-A640-A62B5F2D76CE}"/>
                </a:ext>
              </a:extLst>
            </p:cNvPr>
            <p:cNvSpPr txBox="1"/>
            <p:nvPr/>
          </p:nvSpPr>
          <p:spPr>
            <a:xfrm>
              <a:off x="10926069" y="844995"/>
              <a:ext cx="7468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PLC</a:t>
              </a:r>
              <a:r>
                <a:rPr lang="ko-KR" altLang="en-US" sz="1200" dirty="0"/>
                <a:t>통신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2575E79-D151-4217-7CE5-EB00B16FFFD3}"/>
                </a:ext>
              </a:extLst>
            </p:cNvPr>
            <p:cNvSpPr txBox="1"/>
            <p:nvPr/>
          </p:nvSpPr>
          <p:spPr>
            <a:xfrm>
              <a:off x="10926069" y="1135605"/>
              <a:ext cx="7970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MES</a:t>
              </a:r>
              <a:r>
                <a:rPr lang="ko-KR" altLang="en-US" sz="1200" dirty="0"/>
                <a:t>통신</a:t>
              </a:r>
            </a:p>
          </p:txBody>
        </p:sp>
      </p:grp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8168320-56F5-A5EB-579F-06362D529404}"/>
              </a:ext>
            </a:extLst>
          </p:cNvPr>
          <p:cNvSpPr/>
          <p:nvPr/>
        </p:nvSpPr>
        <p:spPr>
          <a:xfrm>
            <a:off x="5063152" y="2771085"/>
            <a:ext cx="1917512" cy="440473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검사결과 </a:t>
            </a:r>
            <a:r>
              <a:rPr lang="en-US" altLang="ko-KR" sz="1200" dirty="0"/>
              <a:t>Data </a:t>
            </a:r>
          </a:p>
          <a:p>
            <a:pPr algn="ctr"/>
            <a:r>
              <a:rPr lang="ko-KR" altLang="en-US" sz="1200" dirty="0"/>
              <a:t>다시 읽어 처리</a:t>
            </a: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0AD595E8-03CB-0CF8-4299-811D22999381}"/>
              </a:ext>
            </a:extLst>
          </p:cNvPr>
          <p:cNvCxnSpPr>
            <a:cxnSpLocks/>
          </p:cNvCxnSpPr>
          <p:nvPr/>
        </p:nvCxnSpPr>
        <p:spPr>
          <a:xfrm>
            <a:off x="2080203" y="3574763"/>
            <a:ext cx="3941706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B8F1994-B7E1-C9C1-5D58-C4EBA57CAEB9}"/>
              </a:ext>
            </a:extLst>
          </p:cNvPr>
          <p:cNvSpPr txBox="1"/>
          <p:nvPr/>
        </p:nvSpPr>
        <p:spPr>
          <a:xfrm>
            <a:off x="2817868" y="3267433"/>
            <a:ext cx="25923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EIDS : Equip</a:t>
            </a:r>
            <a:r>
              <a:rPr lang="ko-KR" altLang="en-US" sz="1200" dirty="0"/>
              <a:t> </a:t>
            </a:r>
            <a:r>
              <a:rPr lang="en-US" altLang="ko-KR" sz="1200" dirty="0"/>
              <a:t>Inspection Data Send</a:t>
            </a:r>
            <a:endParaRPr lang="ko-KR" altLang="en-US" sz="1200" dirty="0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33854143-F243-2314-A13B-1A65CD8D6C03}"/>
              </a:ext>
            </a:extLst>
          </p:cNvPr>
          <p:cNvCxnSpPr>
            <a:cxnSpLocks/>
          </p:cNvCxnSpPr>
          <p:nvPr/>
        </p:nvCxnSpPr>
        <p:spPr>
          <a:xfrm>
            <a:off x="2080203" y="3944756"/>
            <a:ext cx="3941706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684F076-936B-44C2-5152-D3397AED47B0}"/>
              </a:ext>
            </a:extLst>
          </p:cNvPr>
          <p:cNvSpPr txBox="1"/>
          <p:nvPr/>
        </p:nvSpPr>
        <p:spPr>
          <a:xfrm>
            <a:off x="2785807" y="3627613"/>
            <a:ext cx="26564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EIDS_R : Equip Inspection Data Ack</a:t>
            </a:r>
            <a:endParaRPr lang="ko-KR" altLang="en-US" sz="1200" dirty="0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53A2C80E-18C1-A378-619C-E03C245A232A}"/>
              </a:ext>
            </a:extLst>
          </p:cNvPr>
          <p:cNvCxnSpPr>
            <a:cxnSpLocks/>
          </p:cNvCxnSpPr>
          <p:nvPr/>
        </p:nvCxnSpPr>
        <p:spPr>
          <a:xfrm>
            <a:off x="6021909" y="4890331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0A42D18-6ECC-4A6E-8754-97516B07B1B1}"/>
              </a:ext>
            </a:extLst>
          </p:cNvPr>
          <p:cNvSpPr txBox="1"/>
          <p:nvPr/>
        </p:nvSpPr>
        <p:spPr>
          <a:xfrm>
            <a:off x="6556849" y="4613332"/>
            <a:ext cx="29611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배출보고 </a:t>
            </a:r>
            <a:r>
              <a:rPr lang="en-US" altLang="ko-KR" sz="1200" dirty="0"/>
              <a:t>Response(D50001.1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AD65B036-D8B2-2FB3-A9ED-745397015D2E}"/>
              </a:ext>
            </a:extLst>
          </p:cNvPr>
          <p:cNvCxnSpPr>
            <a:cxnSpLocks/>
          </p:cNvCxnSpPr>
          <p:nvPr/>
        </p:nvCxnSpPr>
        <p:spPr>
          <a:xfrm>
            <a:off x="6021909" y="5698705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ECA6B3F-0A11-141F-5746-EA1A5C0C7C20}"/>
              </a:ext>
            </a:extLst>
          </p:cNvPr>
          <p:cNvSpPr txBox="1"/>
          <p:nvPr/>
        </p:nvSpPr>
        <p:spPr>
          <a:xfrm>
            <a:off x="6538414" y="5405489"/>
            <a:ext cx="29980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배출보고 </a:t>
            </a:r>
            <a:r>
              <a:rPr lang="en-US" altLang="ko-KR" sz="1200" dirty="0"/>
              <a:t>Response(D50001.1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b="1" dirty="0">
              <a:solidFill>
                <a:srgbClr val="0000FF"/>
              </a:solidFill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3F46BD76-93D2-4AFA-AB6A-7E74AD37F7D4}"/>
              </a:ext>
            </a:extLst>
          </p:cNvPr>
          <p:cNvCxnSpPr>
            <a:cxnSpLocks/>
          </p:cNvCxnSpPr>
          <p:nvPr/>
        </p:nvCxnSpPr>
        <p:spPr>
          <a:xfrm>
            <a:off x="6021909" y="5276139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2ACE7E7-3F1F-40CC-B7BC-9F06D0347632}"/>
              </a:ext>
            </a:extLst>
          </p:cNvPr>
          <p:cNvSpPr txBox="1"/>
          <p:nvPr/>
        </p:nvSpPr>
        <p:spPr>
          <a:xfrm>
            <a:off x="6592115" y="4979720"/>
            <a:ext cx="28906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배출보고 </a:t>
            </a:r>
            <a:r>
              <a:rPr lang="en-US" altLang="ko-KR" sz="1200" dirty="0"/>
              <a:t>Request(D51001.1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b="1" dirty="0">
              <a:solidFill>
                <a:srgbClr val="0000FF"/>
              </a:solidFill>
            </a:endParaRPr>
          </a:p>
        </p:txBody>
      </p:sp>
      <p:sp>
        <p:nvSpPr>
          <p:cNvPr id="34" name="다이아몬드 33">
            <a:extLst>
              <a:ext uri="{FF2B5EF4-FFF2-40B4-BE49-F238E27FC236}">
                <a16:creationId xmlns:a16="http://schemas.microsoft.com/office/drawing/2014/main" id="{8BC6A0E1-31DE-4200-96DE-B93E46CEAE61}"/>
              </a:ext>
            </a:extLst>
          </p:cNvPr>
          <p:cNvSpPr/>
          <p:nvPr/>
        </p:nvSpPr>
        <p:spPr>
          <a:xfrm>
            <a:off x="4768605" y="4077742"/>
            <a:ext cx="2508496" cy="52530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Accepted?</a:t>
            </a:r>
            <a:endParaRPr lang="ko-KR" altLang="en-US" sz="1600" dirty="0"/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0944C84D-C416-4F60-A999-90F35BAF96AF}"/>
              </a:ext>
            </a:extLst>
          </p:cNvPr>
          <p:cNvCxnSpPr>
            <a:cxnSpLocks/>
          </p:cNvCxnSpPr>
          <p:nvPr/>
        </p:nvCxnSpPr>
        <p:spPr>
          <a:xfrm>
            <a:off x="7250121" y="4334173"/>
            <a:ext cx="2713494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F8A99046-6C34-4D65-AEDC-F70AAD36D4C9}"/>
              </a:ext>
            </a:extLst>
          </p:cNvPr>
          <p:cNvSpPr txBox="1"/>
          <p:nvPr/>
        </p:nvSpPr>
        <p:spPr>
          <a:xfrm>
            <a:off x="7130026" y="4027237"/>
            <a:ext cx="25982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Output Error(D50001.12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46F8577-65ED-45A1-ADF3-9242B37A5E97}"/>
              </a:ext>
            </a:extLst>
          </p:cNvPr>
          <p:cNvSpPr txBox="1"/>
          <p:nvPr/>
        </p:nvSpPr>
        <p:spPr>
          <a:xfrm>
            <a:off x="6677647" y="3929533"/>
            <a:ext cx="394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No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D06BC8BA-DE06-4480-B2E8-0167CD7D525F}"/>
              </a:ext>
            </a:extLst>
          </p:cNvPr>
          <p:cNvSpPr/>
          <p:nvPr/>
        </p:nvSpPr>
        <p:spPr>
          <a:xfrm>
            <a:off x="8551307" y="5918568"/>
            <a:ext cx="2775490" cy="40155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50" dirty="0"/>
              <a:t>PLC</a:t>
            </a:r>
            <a:r>
              <a:rPr lang="ko-KR" altLang="en-US" sz="1050" dirty="0"/>
              <a:t> </a:t>
            </a:r>
            <a:r>
              <a:rPr lang="en-US" altLang="ko-KR" sz="1050" dirty="0"/>
              <a:t>Touch </a:t>
            </a:r>
            <a:r>
              <a:rPr lang="ko-KR" altLang="en-US" sz="1050" dirty="0"/>
              <a:t>화면에 </a:t>
            </a:r>
            <a:r>
              <a:rPr lang="en-US" altLang="ko-KR" sz="1050" dirty="0"/>
              <a:t>Error </a:t>
            </a:r>
            <a:r>
              <a:rPr lang="ko-KR" altLang="en-US" sz="1050" dirty="0"/>
              <a:t>화면 표시</a:t>
            </a:r>
            <a:r>
              <a:rPr lang="en-US" altLang="ko-KR" sz="1050" dirty="0"/>
              <a:t>.</a:t>
            </a:r>
          </a:p>
          <a:p>
            <a:r>
              <a:rPr lang="en-US" altLang="ko-KR" sz="1050" dirty="0"/>
              <a:t>“</a:t>
            </a:r>
            <a:r>
              <a:rPr lang="ko-KR" altLang="en-US" sz="1050" dirty="0"/>
              <a:t>재시도</a:t>
            </a:r>
            <a:r>
              <a:rPr lang="en-US" altLang="ko-KR" sz="1050" dirty="0"/>
              <a:t>”</a:t>
            </a:r>
            <a:r>
              <a:rPr lang="ko-KR" altLang="en-US" sz="1050" dirty="0"/>
              <a:t> </a:t>
            </a:r>
            <a:r>
              <a:rPr lang="en-US" altLang="ko-KR" sz="1050" dirty="0"/>
              <a:t>/ “Pass” / “</a:t>
            </a:r>
            <a:r>
              <a:rPr lang="ko-KR" altLang="en-US" sz="1050" dirty="0"/>
              <a:t>수동조작</a:t>
            </a:r>
            <a:r>
              <a:rPr lang="en-US" altLang="ko-KR" sz="1050" dirty="0"/>
              <a:t>”</a:t>
            </a:r>
            <a:r>
              <a:rPr lang="ko-KR" altLang="en-US" sz="1050" dirty="0"/>
              <a:t> 중 선택</a:t>
            </a:r>
            <a:endParaRPr lang="en-US" altLang="ko-KR" sz="105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30E0384-6911-4780-AC6C-86F1667F161B}"/>
              </a:ext>
            </a:extLst>
          </p:cNvPr>
          <p:cNvSpPr txBox="1"/>
          <p:nvPr/>
        </p:nvSpPr>
        <p:spPr>
          <a:xfrm>
            <a:off x="4159477" y="1146658"/>
            <a:ext cx="54203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배출보고 하였으나</a:t>
            </a:r>
            <a:r>
              <a:rPr lang="en-US" altLang="ko-KR" sz="1200" dirty="0"/>
              <a:t>, GMES </a:t>
            </a:r>
            <a:r>
              <a:rPr lang="ko-KR" altLang="en-US" sz="1200" dirty="0"/>
              <a:t>서버에서 </a:t>
            </a:r>
            <a:r>
              <a:rPr lang="en-US" altLang="ko-KR" sz="1200" dirty="0"/>
              <a:t>Ack</a:t>
            </a:r>
            <a:r>
              <a:rPr lang="ko-KR" altLang="en-US" sz="1200" dirty="0"/>
              <a:t>신호로 </a:t>
            </a:r>
            <a:r>
              <a:rPr lang="en-US" altLang="ko-KR" sz="1200" dirty="0"/>
              <a:t>“Not Accepted”</a:t>
            </a:r>
            <a:r>
              <a:rPr lang="ko-KR" altLang="en-US" sz="1200" dirty="0"/>
              <a:t>가 왔을 경우</a:t>
            </a:r>
            <a:endParaRPr lang="en-US" altLang="ko-KR" sz="1200" dirty="0"/>
          </a:p>
          <a:p>
            <a:r>
              <a:rPr lang="en-US" altLang="ko-KR" sz="1200" dirty="0"/>
              <a:t>PLC </a:t>
            </a:r>
            <a:r>
              <a:rPr lang="ko-KR" altLang="en-US" sz="1200" dirty="0"/>
              <a:t>터치 화면에 </a:t>
            </a:r>
            <a:r>
              <a:rPr lang="en-US" altLang="ko-KR" sz="1200" dirty="0"/>
              <a:t>Error </a:t>
            </a:r>
            <a:r>
              <a:rPr lang="ko-KR" altLang="en-US" sz="1200" dirty="0"/>
              <a:t>표시하고</a:t>
            </a:r>
            <a:r>
              <a:rPr lang="en-US" altLang="ko-KR" sz="1200" dirty="0"/>
              <a:t>, </a:t>
            </a:r>
            <a:r>
              <a:rPr lang="ko-KR" altLang="en-US" sz="1200" dirty="0"/>
              <a:t>재시도 할지</a:t>
            </a:r>
            <a:r>
              <a:rPr lang="en-US" altLang="ko-KR" sz="1200" dirty="0"/>
              <a:t>? Pass</a:t>
            </a:r>
            <a:r>
              <a:rPr lang="ko-KR" altLang="en-US" sz="1200" dirty="0"/>
              <a:t>할지</a:t>
            </a:r>
            <a:r>
              <a:rPr lang="en-US" altLang="ko-KR" sz="1200" dirty="0"/>
              <a:t>? </a:t>
            </a:r>
            <a:r>
              <a:rPr lang="ko-KR" altLang="en-US" sz="1200" dirty="0"/>
              <a:t>결정</a:t>
            </a:r>
            <a:endParaRPr lang="en-US" altLang="ko-KR" sz="1200" dirty="0"/>
          </a:p>
          <a:p>
            <a:r>
              <a:rPr lang="en-US" altLang="ko-KR" sz="1200" dirty="0"/>
              <a:t>Pass</a:t>
            </a:r>
            <a:r>
              <a:rPr lang="ko-KR" altLang="en-US" sz="1200" dirty="0"/>
              <a:t>의 경우</a:t>
            </a:r>
            <a:r>
              <a:rPr lang="en-US" altLang="ko-KR" sz="1200" dirty="0"/>
              <a:t>, “Pass </a:t>
            </a:r>
            <a:r>
              <a:rPr lang="ko-KR" altLang="en-US" sz="1200" dirty="0"/>
              <a:t>시나리오 참고</a:t>
            </a:r>
            <a:r>
              <a:rPr lang="en-US" altLang="ko-KR" sz="1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56911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스테이터</a:t>
            </a:r>
            <a:r>
              <a:rPr lang="ko-KR" altLang="en-US" dirty="0"/>
              <a:t> 배출보고 </a:t>
            </a:r>
            <a:r>
              <a:rPr lang="en-US" altLang="ko-KR" dirty="0"/>
              <a:t>– JIG B Abnormal Case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GMES(PLC)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5294879-7584-2B7B-5075-13ADADCB59EA}"/>
              </a:ext>
            </a:extLst>
          </p:cNvPr>
          <p:cNvSpPr/>
          <p:nvPr/>
        </p:nvSpPr>
        <p:spPr>
          <a:xfrm>
            <a:off x="9110546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PLC</a:t>
            </a:r>
            <a:endParaRPr lang="ko-KR" altLang="en-US" sz="14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EDC52FF-7CF7-0D85-A109-5DD5429FEF7A}"/>
              </a:ext>
            </a:extLst>
          </p:cNvPr>
          <p:cNvSpPr/>
          <p:nvPr/>
        </p:nvSpPr>
        <p:spPr>
          <a:xfrm>
            <a:off x="5168840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Laser PC</a:t>
            </a:r>
            <a:endParaRPr lang="ko-KR" altLang="en-US" sz="14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A82046B-D4B7-CB30-097A-DC43381463CF}"/>
              </a:ext>
            </a:extLst>
          </p:cNvPr>
          <p:cNvSpPr/>
          <p:nvPr/>
        </p:nvSpPr>
        <p:spPr>
          <a:xfrm>
            <a:off x="1227133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Host(GMES)</a:t>
            </a:r>
            <a:endParaRPr lang="ko-KR" altLang="en-US" sz="14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3EF1E80-172A-8309-FA63-C328D5562C36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2080202" y="2297153"/>
            <a:ext cx="0" cy="43101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308F1A8-F481-116A-94A2-4D49772EF94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021909" y="2297153"/>
            <a:ext cx="0" cy="4201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1227DF8-4A95-2BF5-9E66-A37A12044CA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9963615" y="2297153"/>
            <a:ext cx="0" cy="43101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E301C92-0A14-563F-9F9C-8A3A0E580071}"/>
              </a:ext>
            </a:extLst>
          </p:cNvPr>
          <p:cNvCxnSpPr>
            <a:cxnSpLocks/>
          </p:cNvCxnSpPr>
          <p:nvPr/>
        </p:nvCxnSpPr>
        <p:spPr>
          <a:xfrm>
            <a:off x="6021909" y="2639336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245C28C-8B56-F16B-CBD5-8198B0D46ED8}"/>
              </a:ext>
            </a:extLst>
          </p:cNvPr>
          <p:cNvSpPr txBox="1"/>
          <p:nvPr/>
        </p:nvSpPr>
        <p:spPr>
          <a:xfrm>
            <a:off x="6616160" y="2342919"/>
            <a:ext cx="28425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배출보고 </a:t>
            </a:r>
            <a:r>
              <a:rPr lang="en-US" altLang="ko-KR" sz="1200" dirty="0"/>
              <a:t>Request(D51001.5 </a:t>
            </a:r>
            <a:r>
              <a:rPr lang="en-US" altLang="ko-KR" sz="1200" b="1" dirty="0">
                <a:solidFill>
                  <a:srgbClr val="E6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b="1" dirty="0">
              <a:solidFill>
                <a:srgbClr val="E60000"/>
              </a:solidFill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DB7A69F-FDA1-D6FC-DBB4-5677808C527A}"/>
              </a:ext>
            </a:extLst>
          </p:cNvPr>
          <p:cNvGrpSpPr/>
          <p:nvPr/>
        </p:nvGrpSpPr>
        <p:grpSpPr>
          <a:xfrm>
            <a:off x="10278382" y="701119"/>
            <a:ext cx="1598179" cy="751414"/>
            <a:chOff x="10278382" y="701119"/>
            <a:chExt cx="1598179" cy="751414"/>
          </a:xfrm>
        </p:grpSpPr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577EF78F-9A13-646B-3B19-402559E035FC}"/>
                </a:ext>
              </a:extLst>
            </p:cNvPr>
            <p:cNvSpPr/>
            <p:nvPr/>
          </p:nvSpPr>
          <p:spPr>
            <a:xfrm>
              <a:off x="10278382" y="701119"/>
              <a:ext cx="1598179" cy="75141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78A477D9-3404-1A26-CFF3-54AEF4D4B9FA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968404"/>
              <a:ext cx="437309" cy="0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9546351D-41D9-0841-7B2D-0743CA58EEA4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1261531"/>
              <a:ext cx="437309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9480704-6893-41A4-A640-A62B5F2D76CE}"/>
                </a:ext>
              </a:extLst>
            </p:cNvPr>
            <p:cNvSpPr txBox="1"/>
            <p:nvPr/>
          </p:nvSpPr>
          <p:spPr>
            <a:xfrm>
              <a:off x="10926069" y="844995"/>
              <a:ext cx="7468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PLC</a:t>
              </a:r>
              <a:r>
                <a:rPr lang="ko-KR" altLang="en-US" sz="1200" dirty="0"/>
                <a:t>통신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2575E79-D151-4217-7CE5-EB00B16FFFD3}"/>
                </a:ext>
              </a:extLst>
            </p:cNvPr>
            <p:cNvSpPr txBox="1"/>
            <p:nvPr/>
          </p:nvSpPr>
          <p:spPr>
            <a:xfrm>
              <a:off x="10926069" y="1135605"/>
              <a:ext cx="7970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MES</a:t>
              </a:r>
              <a:r>
                <a:rPr lang="ko-KR" altLang="en-US" sz="1200" dirty="0"/>
                <a:t>통신</a:t>
              </a:r>
            </a:p>
          </p:txBody>
        </p:sp>
      </p:grp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53A2C80E-18C1-A378-619C-E03C245A232A}"/>
              </a:ext>
            </a:extLst>
          </p:cNvPr>
          <p:cNvCxnSpPr>
            <a:cxnSpLocks/>
          </p:cNvCxnSpPr>
          <p:nvPr/>
        </p:nvCxnSpPr>
        <p:spPr>
          <a:xfrm>
            <a:off x="6021909" y="4814454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0A42D18-6ECC-4A6E-8754-97516B07B1B1}"/>
              </a:ext>
            </a:extLst>
          </p:cNvPr>
          <p:cNvSpPr txBox="1"/>
          <p:nvPr/>
        </p:nvSpPr>
        <p:spPr>
          <a:xfrm>
            <a:off x="6562458" y="4501984"/>
            <a:ext cx="29499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배출보고 </a:t>
            </a:r>
            <a:r>
              <a:rPr lang="en-US" altLang="ko-KR" sz="1200" dirty="0"/>
              <a:t>Response(D50001.5 </a:t>
            </a:r>
            <a:r>
              <a:rPr lang="en-US" altLang="ko-KR" sz="1200" b="1" dirty="0">
                <a:solidFill>
                  <a:srgbClr val="E6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b="1" dirty="0">
              <a:solidFill>
                <a:srgbClr val="E60000"/>
              </a:solidFill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AD65B036-D8B2-2FB3-A9ED-745397015D2E}"/>
              </a:ext>
            </a:extLst>
          </p:cNvPr>
          <p:cNvCxnSpPr>
            <a:cxnSpLocks/>
          </p:cNvCxnSpPr>
          <p:nvPr/>
        </p:nvCxnSpPr>
        <p:spPr>
          <a:xfrm>
            <a:off x="6021909" y="5770874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ECA6B3F-0A11-141F-5746-EA1A5C0C7C20}"/>
              </a:ext>
            </a:extLst>
          </p:cNvPr>
          <p:cNvSpPr txBox="1"/>
          <p:nvPr/>
        </p:nvSpPr>
        <p:spPr>
          <a:xfrm>
            <a:off x="6544024" y="5493875"/>
            <a:ext cx="29868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배출보고 </a:t>
            </a:r>
            <a:r>
              <a:rPr lang="en-US" altLang="ko-KR" sz="1200" dirty="0"/>
              <a:t>Response(D50001.5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B2C64F6B-048D-4B63-830F-AC3F632FF420}"/>
              </a:ext>
            </a:extLst>
          </p:cNvPr>
          <p:cNvSpPr/>
          <p:nvPr/>
        </p:nvSpPr>
        <p:spPr>
          <a:xfrm>
            <a:off x="5063152" y="2780915"/>
            <a:ext cx="1917512" cy="440473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검사결과 </a:t>
            </a:r>
            <a:r>
              <a:rPr lang="en-US" altLang="ko-KR" sz="1200" dirty="0"/>
              <a:t>Data </a:t>
            </a:r>
          </a:p>
          <a:p>
            <a:pPr algn="ctr"/>
            <a:r>
              <a:rPr lang="ko-KR" altLang="en-US" sz="1200" dirty="0"/>
              <a:t>다시 읽어 처리</a:t>
            </a: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12C3DD71-559A-4C27-9537-81DCD1077654}"/>
              </a:ext>
            </a:extLst>
          </p:cNvPr>
          <p:cNvCxnSpPr>
            <a:cxnSpLocks/>
          </p:cNvCxnSpPr>
          <p:nvPr/>
        </p:nvCxnSpPr>
        <p:spPr>
          <a:xfrm>
            <a:off x="2080203" y="3505930"/>
            <a:ext cx="3941706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8E321900-E777-4F30-B439-DCF9A7E467D2}"/>
              </a:ext>
            </a:extLst>
          </p:cNvPr>
          <p:cNvSpPr txBox="1"/>
          <p:nvPr/>
        </p:nvSpPr>
        <p:spPr>
          <a:xfrm>
            <a:off x="2817868" y="3218263"/>
            <a:ext cx="25923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EIDS : Equip</a:t>
            </a:r>
            <a:r>
              <a:rPr lang="ko-KR" altLang="en-US" sz="1200" dirty="0"/>
              <a:t> </a:t>
            </a:r>
            <a:r>
              <a:rPr lang="en-US" altLang="ko-KR" sz="1200" dirty="0"/>
              <a:t>Inspection Data Send</a:t>
            </a:r>
            <a:endParaRPr lang="ko-KR" altLang="en-US" sz="1200" dirty="0"/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68986694-47AC-4D67-ADEB-F9E9E1457B93}"/>
              </a:ext>
            </a:extLst>
          </p:cNvPr>
          <p:cNvCxnSpPr>
            <a:cxnSpLocks/>
          </p:cNvCxnSpPr>
          <p:nvPr/>
        </p:nvCxnSpPr>
        <p:spPr>
          <a:xfrm>
            <a:off x="2080203" y="3875923"/>
            <a:ext cx="3941706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2D68883-B457-4E86-909C-5793D8867AD6}"/>
              </a:ext>
            </a:extLst>
          </p:cNvPr>
          <p:cNvSpPr txBox="1"/>
          <p:nvPr/>
        </p:nvSpPr>
        <p:spPr>
          <a:xfrm>
            <a:off x="2785807" y="3558780"/>
            <a:ext cx="26564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EIDS_R : Equip Inspection Data Ack</a:t>
            </a:r>
            <a:endParaRPr lang="ko-KR" altLang="en-US" sz="1200" dirty="0"/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A610878F-9527-45E9-9F16-A6C6C293CDFB}"/>
              </a:ext>
            </a:extLst>
          </p:cNvPr>
          <p:cNvCxnSpPr>
            <a:cxnSpLocks/>
          </p:cNvCxnSpPr>
          <p:nvPr/>
        </p:nvCxnSpPr>
        <p:spPr>
          <a:xfrm>
            <a:off x="6021909" y="5348223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9A8B1E52-335E-4E2A-BB3B-7FBB1DD3FEFD}"/>
              </a:ext>
            </a:extLst>
          </p:cNvPr>
          <p:cNvSpPr txBox="1"/>
          <p:nvPr/>
        </p:nvSpPr>
        <p:spPr>
          <a:xfrm>
            <a:off x="6597725" y="5028931"/>
            <a:ext cx="28794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배출보고 </a:t>
            </a:r>
            <a:r>
              <a:rPr lang="en-US" altLang="ko-KR" sz="1200" dirty="0"/>
              <a:t>Request(D51001.5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</a:p>
        </p:txBody>
      </p:sp>
      <p:sp>
        <p:nvSpPr>
          <p:cNvPr id="46" name="다이아몬드 45">
            <a:extLst>
              <a:ext uri="{FF2B5EF4-FFF2-40B4-BE49-F238E27FC236}">
                <a16:creationId xmlns:a16="http://schemas.microsoft.com/office/drawing/2014/main" id="{82BFCD59-4B0F-4503-8D2F-C1F49BE10EBE}"/>
              </a:ext>
            </a:extLst>
          </p:cNvPr>
          <p:cNvSpPr/>
          <p:nvPr/>
        </p:nvSpPr>
        <p:spPr>
          <a:xfrm>
            <a:off x="4768605" y="4077742"/>
            <a:ext cx="2508496" cy="52530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Accepted?</a:t>
            </a:r>
            <a:endParaRPr lang="ko-KR" altLang="en-US" sz="1600" dirty="0"/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26ED4B0D-AD85-4154-B6C7-E3F31790EB0E}"/>
              </a:ext>
            </a:extLst>
          </p:cNvPr>
          <p:cNvCxnSpPr>
            <a:cxnSpLocks/>
          </p:cNvCxnSpPr>
          <p:nvPr/>
        </p:nvCxnSpPr>
        <p:spPr>
          <a:xfrm>
            <a:off x="7250121" y="4334173"/>
            <a:ext cx="2713494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A4B4915C-42D1-4B35-975D-F414703BE83F}"/>
              </a:ext>
            </a:extLst>
          </p:cNvPr>
          <p:cNvSpPr txBox="1"/>
          <p:nvPr/>
        </p:nvSpPr>
        <p:spPr>
          <a:xfrm>
            <a:off x="7130026" y="4027237"/>
            <a:ext cx="25982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Output Error(D50001.15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2113F01-DB28-4129-B5F3-D857F5F16203}"/>
              </a:ext>
            </a:extLst>
          </p:cNvPr>
          <p:cNvSpPr txBox="1"/>
          <p:nvPr/>
        </p:nvSpPr>
        <p:spPr>
          <a:xfrm>
            <a:off x="6677647" y="3929533"/>
            <a:ext cx="394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No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FEE19042-878A-4B55-9D08-95CB3C9FDEBD}"/>
              </a:ext>
            </a:extLst>
          </p:cNvPr>
          <p:cNvSpPr/>
          <p:nvPr/>
        </p:nvSpPr>
        <p:spPr>
          <a:xfrm>
            <a:off x="8551307" y="5918568"/>
            <a:ext cx="2775490" cy="40155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50" dirty="0"/>
              <a:t>PLC</a:t>
            </a:r>
            <a:r>
              <a:rPr lang="ko-KR" altLang="en-US" sz="1050" dirty="0"/>
              <a:t> </a:t>
            </a:r>
            <a:r>
              <a:rPr lang="en-US" altLang="ko-KR" sz="1050" dirty="0"/>
              <a:t>Touch </a:t>
            </a:r>
            <a:r>
              <a:rPr lang="ko-KR" altLang="en-US" sz="1050" dirty="0"/>
              <a:t>화면에 </a:t>
            </a:r>
            <a:r>
              <a:rPr lang="en-US" altLang="ko-KR" sz="1050" dirty="0"/>
              <a:t>Error </a:t>
            </a:r>
            <a:r>
              <a:rPr lang="ko-KR" altLang="en-US" sz="1050" dirty="0"/>
              <a:t>화면 표시</a:t>
            </a:r>
            <a:r>
              <a:rPr lang="en-US" altLang="ko-KR" sz="1050" dirty="0"/>
              <a:t>.</a:t>
            </a:r>
          </a:p>
          <a:p>
            <a:r>
              <a:rPr lang="en-US" altLang="ko-KR" sz="1050" dirty="0"/>
              <a:t>“</a:t>
            </a:r>
            <a:r>
              <a:rPr lang="ko-KR" altLang="en-US" sz="1050" dirty="0"/>
              <a:t>재시도</a:t>
            </a:r>
            <a:r>
              <a:rPr lang="en-US" altLang="ko-KR" sz="1050" dirty="0"/>
              <a:t>”</a:t>
            </a:r>
            <a:r>
              <a:rPr lang="ko-KR" altLang="en-US" sz="1050" dirty="0"/>
              <a:t> </a:t>
            </a:r>
            <a:r>
              <a:rPr lang="en-US" altLang="ko-KR" sz="1050" dirty="0"/>
              <a:t>/ “Pass” / “</a:t>
            </a:r>
            <a:r>
              <a:rPr lang="ko-KR" altLang="en-US" sz="1050" dirty="0"/>
              <a:t>수동조작</a:t>
            </a:r>
            <a:r>
              <a:rPr lang="en-US" altLang="ko-KR" sz="1050" dirty="0"/>
              <a:t>”</a:t>
            </a:r>
            <a:r>
              <a:rPr lang="ko-KR" altLang="en-US" sz="1050" dirty="0"/>
              <a:t> 중 선택</a:t>
            </a:r>
            <a:endParaRPr lang="en-US" altLang="ko-KR" sz="105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A5E577D-FA8A-4506-B3CB-60BDD66BEDD4}"/>
              </a:ext>
            </a:extLst>
          </p:cNvPr>
          <p:cNvSpPr txBox="1"/>
          <p:nvPr/>
        </p:nvSpPr>
        <p:spPr>
          <a:xfrm>
            <a:off x="4159477" y="1146658"/>
            <a:ext cx="54203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배출보고 하였으나</a:t>
            </a:r>
            <a:r>
              <a:rPr lang="en-US" altLang="ko-KR" sz="1200" dirty="0"/>
              <a:t>, GMES </a:t>
            </a:r>
            <a:r>
              <a:rPr lang="ko-KR" altLang="en-US" sz="1200" dirty="0"/>
              <a:t>서버에서 </a:t>
            </a:r>
            <a:r>
              <a:rPr lang="en-US" altLang="ko-KR" sz="1200" dirty="0"/>
              <a:t>Ack</a:t>
            </a:r>
            <a:r>
              <a:rPr lang="ko-KR" altLang="en-US" sz="1200" dirty="0"/>
              <a:t>신호로 </a:t>
            </a:r>
            <a:r>
              <a:rPr lang="en-US" altLang="ko-KR" sz="1200" dirty="0"/>
              <a:t>“Not Accepted”</a:t>
            </a:r>
            <a:r>
              <a:rPr lang="ko-KR" altLang="en-US" sz="1200" dirty="0"/>
              <a:t>가 왔을 경우</a:t>
            </a:r>
            <a:endParaRPr lang="en-US" altLang="ko-KR" sz="1200" dirty="0"/>
          </a:p>
          <a:p>
            <a:r>
              <a:rPr lang="en-US" altLang="ko-KR" sz="1200" dirty="0"/>
              <a:t>PLC </a:t>
            </a:r>
            <a:r>
              <a:rPr lang="ko-KR" altLang="en-US" sz="1200" dirty="0"/>
              <a:t>터치 화면에 </a:t>
            </a:r>
            <a:r>
              <a:rPr lang="en-US" altLang="ko-KR" sz="1200" dirty="0"/>
              <a:t>Error </a:t>
            </a:r>
            <a:r>
              <a:rPr lang="ko-KR" altLang="en-US" sz="1200" dirty="0"/>
              <a:t>표시하고</a:t>
            </a:r>
            <a:r>
              <a:rPr lang="en-US" altLang="ko-KR" sz="1200" dirty="0"/>
              <a:t>, </a:t>
            </a:r>
            <a:r>
              <a:rPr lang="ko-KR" altLang="en-US" sz="1200" dirty="0"/>
              <a:t>재시도 할지</a:t>
            </a:r>
            <a:r>
              <a:rPr lang="en-US" altLang="ko-KR" sz="1200" dirty="0"/>
              <a:t>? Pass</a:t>
            </a:r>
            <a:r>
              <a:rPr lang="ko-KR" altLang="en-US" sz="1200" dirty="0"/>
              <a:t>할지</a:t>
            </a:r>
            <a:r>
              <a:rPr lang="en-US" altLang="ko-KR" sz="1200" dirty="0"/>
              <a:t>? </a:t>
            </a:r>
            <a:r>
              <a:rPr lang="ko-KR" altLang="en-US" sz="1200" dirty="0"/>
              <a:t>결정</a:t>
            </a:r>
            <a:endParaRPr lang="en-US" altLang="ko-KR" sz="1200" dirty="0"/>
          </a:p>
          <a:p>
            <a:r>
              <a:rPr lang="en-US" altLang="ko-KR" sz="1200" dirty="0"/>
              <a:t>Pass</a:t>
            </a:r>
            <a:r>
              <a:rPr lang="ko-KR" altLang="en-US" sz="1200" dirty="0"/>
              <a:t>의 경우</a:t>
            </a:r>
            <a:r>
              <a:rPr lang="en-US" altLang="ko-KR" sz="1200" dirty="0"/>
              <a:t>, “Pass </a:t>
            </a:r>
            <a:r>
              <a:rPr lang="ko-KR" altLang="en-US" sz="1200" dirty="0"/>
              <a:t>시나리오 참고</a:t>
            </a:r>
            <a:r>
              <a:rPr lang="en-US" altLang="ko-KR" sz="1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57369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CEBBF3D-F8E4-4E56-AB78-E8427C2F4B6F}"/>
              </a:ext>
            </a:extLst>
          </p:cNvPr>
          <p:cNvSpPr/>
          <p:nvPr/>
        </p:nvSpPr>
        <p:spPr>
          <a:xfrm>
            <a:off x="0" y="3879395"/>
            <a:ext cx="10734675" cy="133077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feld 6">
            <a:extLst>
              <a:ext uri="{FF2B5EF4-FFF2-40B4-BE49-F238E27FC236}">
                <a16:creationId xmlns:a16="http://schemas.microsoft.com/office/drawing/2014/main" id="{1B8C4328-CDA4-444F-8733-13141F4F244A}"/>
              </a:ext>
            </a:extLst>
          </p:cNvPr>
          <p:cNvSpPr txBox="1"/>
          <p:nvPr/>
        </p:nvSpPr>
        <p:spPr>
          <a:xfrm>
            <a:off x="504825" y="2776764"/>
            <a:ext cx="143880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9pPr>
          </a:lstStyle>
          <a:p>
            <a:pPr algn="r"/>
            <a:r>
              <a:rPr lang="de-DE" sz="86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6" name="Textfeld 6">
            <a:extLst>
              <a:ext uri="{FF2B5EF4-FFF2-40B4-BE49-F238E27FC236}">
                <a16:creationId xmlns:a16="http://schemas.microsoft.com/office/drawing/2014/main" id="{AFBE382C-DF31-481D-9390-4C9B8C903ED3}"/>
              </a:ext>
            </a:extLst>
          </p:cNvPr>
          <p:cNvSpPr txBox="1"/>
          <p:nvPr/>
        </p:nvSpPr>
        <p:spPr>
          <a:xfrm>
            <a:off x="228599" y="3879395"/>
            <a:ext cx="111537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9pPr>
          </a:lstStyle>
          <a:p>
            <a:r>
              <a:rPr lang="de-DE" sz="4000" b="1" dirty="0">
                <a:solidFill>
                  <a:schemeClr val="bg1"/>
                </a:solidFill>
                <a:latin typeface="Adobe Heiti Std R" panose="020B0400000000000000" pitchFamily="34" charset="-128"/>
                <a:ea typeface="Adobe Heiti Std R" panose="020B0400000000000000" pitchFamily="34" charset="-128"/>
              </a:rPr>
              <a:t>GMES – Message Structure</a:t>
            </a:r>
          </a:p>
        </p:txBody>
      </p:sp>
    </p:spTree>
    <p:extLst>
      <p:ext uri="{BB962C8B-B14F-4D97-AF65-F5344CB8AC3E}">
        <p14:creationId xmlns:p14="http://schemas.microsoft.com/office/powerpoint/2010/main" val="15131027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ELNT : Equipment</a:t>
            </a:r>
            <a:r>
              <a:rPr lang="ko-KR" altLang="en-US" dirty="0"/>
              <a:t> </a:t>
            </a:r>
            <a:r>
              <a:rPr lang="en-US" altLang="ko-KR" dirty="0"/>
              <a:t>Link</a:t>
            </a:r>
            <a:r>
              <a:rPr lang="ko-KR" altLang="en-US" dirty="0"/>
              <a:t> </a:t>
            </a:r>
            <a:r>
              <a:rPr lang="en-US" altLang="ko-KR" dirty="0"/>
              <a:t>Test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</a:p>
          <a:p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Message Structure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8C4B5F-7873-4145-A33B-3D18504C8E89}"/>
              </a:ext>
            </a:extLst>
          </p:cNvPr>
          <p:cNvSpPr txBox="1"/>
          <p:nvPr/>
        </p:nvSpPr>
        <p:spPr>
          <a:xfrm>
            <a:off x="4277572" y="1150497"/>
            <a:ext cx="17613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범례</a:t>
            </a:r>
            <a:endParaRPr lang="en-US" altLang="ko-KR" sz="1200" dirty="0"/>
          </a:p>
          <a:p>
            <a:r>
              <a:rPr lang="en-US" altLang="ko-KR" sz="1200" dirty="0"/>
              <a:t>H : Host(GMES Server)</a:t>
            </a:r>
          </a:p>
          <a:p>
            <a:r>
              <a:rPr lang="en-US" altLang="ko-KR" sz="1200" dirty="0"/>
              <a:t>E : Equipment</a:t>
            </a:r>
            <a:endParaRPr lang="ko-KR" altLang="en-US" sz="12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3714045-1771-42D2-A63F-C87E00260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040" y="2409579"/>
            <a:ext cx="5906324" cy="349616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C6326D6-B1A6-486C-8F55-E51863E1C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364" y="2457208"/>
            <a:ext cx="5887272" cy="3467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8783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EAYT : Are You There Request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</a:p>
          <a:p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Message Structure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362F290-B208-436E-A099-49C1E3073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921" y="2912719"/>
            <a:ext cx="5217625" cy="33839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F8C4B5F-7873-4145-A33B-3D18504C8E89}"/>
              </a:ext>
            </a:extLst>
          </p:cNvPr>
          <p:cNvSpPr txBox="1"/>
          <p:nvPr/>
        </p:nvSpPr>
        <p:spPr>
          <a:xfrm>
            <a:off x="4277572" y="1150497"/>
            <a:ext cx="17613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범례</a:t>
            </a:r>
            <a:endParaRPr lang="en-US" altLang="ko-KR" sz="1200" dirty="0"/>
          </a:p>
          <a:p>
            <a:r>
              <a:rPr lang="en-US" altLang="ko-KR" sz="1200" dirty="0"/>
              <a:t>H : Host(GMES Server)</a:t>
            </a:r>
          </a:p>
          <a:p>
            <a:r>
              <a:rPr lang="en-US" altLang="ko-KR" sz="1200" dirty="0"/>
              <a:t>E : Equipment</a:t>
            </a:r>
            <a:endParaRPr lang="ko-KR" altLang="en-US" sz="12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6F5DCEB-4B1F-45CB-AA60-2C61E9FB87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6205" y="1400141"/>
            <a:ext cx="5525271" cy="4896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560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EEMR : Equipment Mode Report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</a:p>
          <a:p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Message Structure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8C4B5F-7873-4145-A33B-3D18504C8E89}"/>
              </a:ext>
            </a:extLst>
          </p:cNvPr>
          <p:cNvSpPr txBox="1"/>
          <p:nvPr/>
        </p:nvSpPr>
        <p:spPr>
          <a:xfrm>
            <a:off x="4277572" y="1150497"/>
            <a:ext cx="17613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범례</a:t>
            </a:r>
            <a:endParaRPr lang="en-US" altLang="ko-KR" sz="1200" dirty="0"/>
          </a:p>
          <a:p>
            <a:r>
              <a:rPr lang="en-US" altLang="ko-KR" sz="1200" dirty="0"/>
              <a:t>H : Host(GMES Server)</a:t>
            </a:r>
          </a:p>
          <a:p>
            <a:r>
              <a:rPr lang="en-US" altLang="ko-KR" sz="1200" dirty="0"/>
              <a:t>E : Equipment</a:t>
            </a:r>
            <a:endParaRPr lang="ko-KR" altLang="en-US" sz="12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CFA897B-7E3A-46FA-A28A-F6BE682DF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815" y="2276563"/>
            <a:ext cx="5868219" cy="402011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1FDB6AB-964B-4B90-B822-DAACD4A10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609" y="2300381"/>
            <a:ext cx="5877745" cy="393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2144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EDTS : Equipment Date and Time Send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</a:p>
          <a:p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Message Structure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8C4B5F-7873-4145-A33B-3D18504C8E89}"/>
              </a:ext>
            </a:extLst>
          </p:cNvPr>
          <p:cNvSpPr txBox="1"/>
          <p:nvPr/>
        </p:nvSpPr>
        <p:spPr>
          <a:xfrm>
            <a:off x="4277572" y="1150497"/>
            <a:ext cx="17613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범례</a:t>
            </a:r>
            <a:endParaRPr lang="en-US" altLang="ko-KR" sz="1200" dirty="0"/>
          </a:p>
          <a:p>
            <a:r>
              <a:rPr lang="en-US" altLang="ko-KR" sz="1200" dirty="0"/>
              <a:t>H : Host(GMES Server)</a:t>
            </a:r>
          </a:p>
          <a:p>
            <a:r>
              <a:rPr lang="en-US" altLang="ko-KR" sz="1200" dirty="0"/>
              <a:t>E : Equipment</a:t>
            </a:r>
            <a:endParaRPr lang="ko-KR" altLang="en-US" sz="12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C9A5E2F-E4E3-4CD5-AEB7-C1DEA0C79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3" y="2233348"/>
            <a:ext cx="5925377" cy="378195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4358355-DEB2-46C6-9457-2339D7B5FC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227" y="2233348"/>
            <a:ext cx="5877745" cy="386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5659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EERS : Equipment Event Report Send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</a:p>
          <a:p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Message Structure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56BAF82-FADB-4370-B45F-BF93AAA6E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724" y="1076826"/>
            <a:ext cx="5004181" cy="564506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D0A0328-4F60-40A3-A701-DE6C57E4A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5270" y="1076826"/>
            <a:ext cx="4832428" cy="4705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8489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EPDS : Equipment Product Data Send (1/2)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</a:p>
          <a:p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Message Structure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0F69E81-6D2A-4D6E-982C-7280469DD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724" y="980671"/>
            <a:ext cx="5553850" cy="579200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5C6C99A-F655-44E4-BDDD-2040A45933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822" y="1004549"/>
            <a:ext cx="5391902" cy="4848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6062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EPDS : Equipment Product Data Send (2/2)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</a:p>
          <a:p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Message Structure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6DE4AC2-2313-4929-8A5D-A7981E923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645" y="1856330"/>
            <a:ext cx="5439534" cy="448690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600F6C9-15E7-4CA6-94E5-6C7EC9E4C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43682"/>
            <a:ext cx="5477639" cy="234347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808A599-D5DC-4FBE-A321-8D1D1FB848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595856"/>
            <a:ext cx="5449060" cy="284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1070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723" y="514769"/>
            <a:ext cx="10286502" cy="562057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EIDS : Equipment Inspection(Processing) Data Send (1/2)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</a:p>
          <a:p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Message Structure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9B25577-236F-490E-B30A-245A0CD5CF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299" y="1971382"/>
            <a:ext cx="5439534" cy="4191585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C8FC7DE3-DA0B-47B8-AAC7-EB80E5CA0672}"/>
              </a:ext>
            </a:extLst>
          </p:cNvPr>
          <p:cNvGrpSpPr/>
          <p:nvPr/>
        </p:nvGrpSpPr>
        <p:grpSpPr>
          <a:xfrm>
            <a:off x="6286501" y="980179"/>
            <a:ext cx="4914899" cy="5801680"/>
            <a:chOff x="6096000" y="418590"/>
            <a:chExt cx="5447801" cy="6430732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BE448A8F-7752-4C29-B91A-A3FD3605D6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23320" y="418590"/>
              <a:ext cx="5420481" cy="3105583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BF44FB67-7A4E-434E-B801-F533A3EBB8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6000" y="3496054"/>
              <a:ext cx="5420481" cy="33532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28429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6299" y="282743"/>
            <a:ext cx="9144000" cy="232026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</a:p>
          <a:p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Message Structure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E42D5CA-6872-461A-A3AF-8BF535E8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408" y="1893308"/>
            <a:ext cx="5439534" cy="447737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995FE9B-A030-4847-BD74-C423EA30D7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9925" y="1256421"/>
            <a:ext cx="5410955" cy="233395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8564B17-0658-4C3F-98FA-EDE29143DD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500" y="3579467"/>
            <a:ext cx="5372850" cy="2800741"/>
          </a:xfrm>
          <a:prstGeom prst="rect">
            <a:avLst/>
          </a:prstGeom>
        </p:spPr>
      </p:pic>
      <p:sp>
        <p:nvSpPr>
          <p:cNvPr id="15" name="제목 14">
            <a:extLst>
              <a:ext uri="{FF2B5EF4-FFF2-40B4-BE49-F238E27FC236}">
                <a16:creationId xmlns:a16="http://schemas.microsoft.com/office/drawing/2014/main" id="{A7813D77-D412-43ED-8645-944AEAA97C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724" y="514769"/>
            <a:ext cx="10238876" cy="562057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EIDS : Equipment Inspection(Processing) Data Send (2/2)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351314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C0603083-75E2-4E76-9852-BEB5ED56A7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07585" y="2083778"/>
            <a:ext cx="4776828" cy="304110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" name="제목 13">
            <a:extLst>
              <a:ext uri="{FF2B5EF4-FFF2-40B4-BE49-F238E27FC236}">
                <a16:creationId xmlns:a16="http://schemas.microsoft.com/office/drawing/2014/main" id="{AC4DAF68-6DCB-4B90-A794-8DC80E0DEB5F}"/>
              </a:ext>
            </a:extLst>
          </p:cNvPr>
          <p:cNvSpPr txBox="1">
            <a:spLocks/>
          </p:cNvSpPr>
          <p:nvPr/>
        </p:nvSpPr>
        <p:spPr>
          <a:xfrm>
            <a:off x="4698679" y="5248707"/>
            <a:ext cx="2592288" cy="774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normalizeH="0" baseline="0" noProof="0" dirty="0">
                <a:uLnTx/>
                <a:uFillTx/>
                <a:latin typeface="+mn-ea"/>
                <a:ea typeface="+mn-ea"/>
              </a:rPr>
              <a:t>감사합니다</a:t>
            </a:r>
            <a:r>
              <a:rPr kumimoji="0" lang="en-US" altLang="ko-KR" sz="2400" b="1" i="0" u="none" strike="noStrike" kern="1200" normalizeH="0" baseline="0" noProof="0" dirty="0">
                <a:uLnTx/>
                <a:uFillTx/>
                <a:latin typeface="+mn-ea"/>
                <a:ea typeface="+mn-ea"/>
              </a:rPr>
              <a:t> </a:t>
            </a:r>
            <a:endParaRPr kumimoji="0" lang="ko-KR" altLang="en-US" sz="2400" b="1" i="0" u="none" strike="noStrike" kern="1200" normalizeH="0" baseline="0" noProof="0" dirty="0">
              <a:uLnTx/>
              <a:uFillTx/>
              <a:latin typeface="+mn-ea"/>
              <a:ea typeface="+mn-e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526004" y="867704"/>
            <a:ext cx="4958409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 fontAlgn="base">
              <a:spcBef>
                <a:spcPts val="1800"/>
              </a:spcBef>
              <a:spcAft>
                <a:spcPct val="0"/>
              </a:spcAft>
              <a:defRPr/>
            </a:pPr>
            <a:r>
              <a:rPr kumimoji="1" lang="ko-KR" altLang="en-US" b="1" dirty="0">
                <a:latin typeface="+mn-ea"/>
              </a:rPr>
              <a:t>귀사 제품의 </a:t>
            </a:r>
            <a:r>
              <a:rPr kumimoji="1" lang="ko-KR" altLang="en-US" b="1" dirty="0">
                <a:solidFill>
                  <a:srgbClr val="FF0000"/>
                </a:solidFill>
                <a:latin typeface="+mn-ea"/>
              </a:rPr>
              <a:t>품질확보</a:t>
            </a:r>
            <a:r>
              <a:rPr kumimoji="1" lang="ko-KR" altLang="en-US" b="1" dirty="0">
                <a:latin typeface="+mn-ea"/>
              </a:rPr>
              <a:t> 및 </a:t>
            </a:r>
            <a:r>
              <a:rPr kumimoji="1" lang="ko-KR" altLang="en-US" b="1" dirty="0">
                <a:solidFill>
                  <a:srgbClr val="FF0000"/>
                </a:solidFill>
                <a:latin typeface="+mn-ea"/>
              </a:rPr>
              <a:t>생산성 향상</a:t>
            </a:r>
            <a:r>
              <a:rPr kumimoji="1" lang="ko-KR" altLang="en-US" b="1" dirty="0">
                <a:latin typeface="+mn-ea"/>
              </a:rPr>
              <a:t>을</a:t>
            </a:r>
            <a:endParaRPr kumimoji="1" lang="en-US" altLang="ko-KR" b="1" dirty="0">
              <a:latin typeface="+mn-ea"/>
            </a:endParaRPr>
          </a:p>
          <a:p>
            <a:pPr lvl="0" algn="ctr" fontAlgn="base">
              <a:spcBef>
                <a:spcPts val="1800"/>
              </a:spcBef>
              <a:spcAft>
                <a:spcPct val="0"/>
              </a:spcAft>
              <a:defRPr/>
            </a:pPr>
            <a:r>
              <a:rPr kumimoji="1" lang="ko-KR" altLang="en-US" b="1" dirty="0">
                <a:latin typeface="+mn-ea"/>
              </a:rPr>
              <a:t>극대화 하는 최적의 솔루션을 공급하겠습니다</a:t>
            </a:r>
            <a:r>
              <a:rPr kumimoji="1" lang="en-US" altLang="ko-KR" b="1" dirty="0">
                <a:latin typeface="+mn-ea"/>
              </a:rPr>
              <a:t>.</a:t>
            </a:r>
          </a:p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41854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3754</TotalTime>
  <Words>3056</Words>
  <Application>Microsoft Office PowerPoint</Application>
  <PresentationFormat>와이드스크린</PresentationFormat>
  <Paragraphs>597</Paragraphs>
  <Slides>44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44</vt:i4>
      </vt:variant>
    </vt:vector>
  </HeadingPairs>
  <TitlesOfParts>
    <vt:vector size="50" baseType="lpstr">
      <vt:lpstr>Adobe Heiti Std R</vt:lpstr>
      <vt:lpstr>HY헤드라인M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System Configuration</vt:lpstr>
      <vt:lpstr>System Configuration</vt:lpstr>
      <vt:lpstr>System Configuration</vt:lpstr>
      <vt:lpstr>System Configuration</vt:lpstr>
      <vt:lpstr>System Configuration</vt:lpstr>
      <vt:lpstr>System Configuration</vt:lpstr>
      <vt:lpstr>PowerPoint 프레젠테이션</vt:lpstr>
      <vt:lpstr>ONLINE MODE INITIAL SCENARIO</vt:lpstr>
      <vt:lpstr>ONLINE NORMAL SCENARIO (1/2)</vt:lpstr>
      <vt:lpstr>ONLINE NORMAL SCENARIO (2/2)</vt:lpstr>
      <vt:lpstr>PowerPoint 프레젠테이션</vt:lpstr>
      <vt:lpstr>Link Test</vt:lpstr>
      <vt:lpstr>스테이터 투입보고 – JIG A Normal Case</vt:lpstr>
      <vt:lpstr>스테이터 투입보고 – JIG B Normal Case</vt:lpstr>
      <vt:lpstr>스테이터 투입보고 – JIG A Abnormal Case(GMES Barcode Error)</vt:lpstr>
      <vt:lpstr>스테이터 투입보고 – JIG B Abnormal Case(GMES Barcode Error)</vt:lpstr>
      <vt:lpstr>스테이터 투입보고 – JIG A Abnormal Case(Stator Model Error)</vt:lpstr>
      <vt:lpstr>스테이터 투입보고 – JIG B Abnormal Case(Stator Model Error)</vt:lpstr>
      <vt:lpstr>스테이터 투입보고 – JIG A Abnormal Case(작업중인 Stator가 있는 경우)</vt:lpstr>
      <vt:lpstr>스테이터 투입보고 – JIG B Abnormal Case(작업중인 Stator가 있는 경우)</vt:lpstr>
      <vt:lpstr>스테이터 투입 Pass – JIG A</vt:lpstr>
      <vt:lpstr>스테이터 투입 Pass – JIG B</vt:lpstr>
      <vt:lpstr>전검사 결과 저장 – JIG A</vt:lpstr>
      <vt:lpstr>전검사 결과 저장 – JIG B</vt:lpstr>
      <vt:lpstr>후검사 결과 저장 – JIG A</vt:lpstr>
      <vt:lpstr>후검사 결과 저장 – JIG B</vt:lpstr>
      <vt:lpstr>스테이터 배출보고 – JIG A(Normal Case)</vt:lpstr>
      <vt:lpstr>스테이터 배출보고 – JIG B(Normal Case)</vt:lpstr>
      <vt:lpstr>스테이터 배출보고 – JIG A Abnormal Case</vt:lpstr>
      <vt:lpstr>스테이터 배출보고 – JIG B Abnormal Case</vt:lpstr>
      <vt:lpstr>PowerPoint 프레젠테이션</vt:lpstr>
      <vt:lpstr>ELNT : Equipment Link Test</vt:lpstr>
      <vt:lpstr>EAYT : Are You There Request</vt:lpstr>
      <vt:lpstr>EEMR : Equipment Mode Report</vt:lpstr>
      <vt:lpstr>EDTS : Equipment Date and Time Send</vt:lpstr>
      <vt:lpstr>EERS : Equipment Event Report Send</vt:lpstr>
      <vt:lpstr>EPDS : Equipment Product Data Send (1/2)</vt:lpstr>
      <vt:lpstr>EPDS : Equipment Product Data Send (2/2)</vt:lpstr>
      <vt:lpstr>EIDS : Equipment Inspection(Processing) Data Send (1/2)</vt:lpstr>
      <vt:lpstr>EIDS : Equipment Inspection(Processing) Data Send (2/2)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 명진</dc:creator>
  <cp:lastModifiedBy>재현 김</cp:lastModifiedBy>
  <cp:revision>164</cp:revision>
  <dcterms:created xsi:type="dcterms:W3CDTF">2019-07-08T14:59:17Z</dcterms:created>
  <dcterms:modified xsi:type="dcterms:W3CDTF">2026-02-26T16:47:15Z</dcterms:modified>
</cp:coreProperties>
</file>